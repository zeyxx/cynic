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78" r:id="rId3"/>
    <p:sldMasterId id="2147483680" r:id="rId4"/>
    <p:sldMasterId id="2147483688" r:id="rId5"/>
    <p:sldMasterId id="2147483692" r:id="rId6"/>
    <p:sldMasterId id="2147483694" r:id="rId7"/>
    <p:sldMasterId id="2147483700" r:id="rId8"/>
    <p:sldMasterId id="2147483702" r:id="rId9"/>
    <p:sldMasterId id="2147483704" r:id="rId10"/>
    <p:sldMasterId id="2147483706" r:id="rId11"/>
    <p:sldMasterId id="2147483708" r:id="rId12"/>
    <p:sldMasterId id="214748371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</p:sldIdLst>
  <p:sldSz cx="12192000" cy="6858000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46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presProps" Target="presProps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microsoft.com/office/2016/11/relationships/changesInfo" Target="changesInfos/changesInfo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ucine  HAMANA" userId="9304277f-9594-439f-8eb5-f5aaa7e26c23" providerId="ADAL" clId="{A18C5F31-D356-4661-AA3F-97A63CE1A673}"/>
    <pc:docChg chg="undo custSel delSld modSld delMainMaster">
      <pc:chgData name="Houcine  HAMANA" userId="9304277f-9594-439f-8eb5-f5aaa7e26c23" providerId="ADAL" clId="{A18C5F31-D356-4661-AA3F-97A63CE1A673}" dt="2026-06-09T14:50:22.448" v="22" actId="1076"/>
      <pc:docMkLst>
        <pc:docMk/>
      </pc:docMkLst>
      <pc:sldChg chg="modSp mod">
        <pc:chgData name="Houcine  HAMANA" userId="9304277f-9594-439f-8eb5-f5aaa7e26c23" providerId="ADAL" clId="{A18C5F31-D356-4661-AA3F-97A63CE1A673}" dt="2026-06-09T14:31:42.254" v="1" actId="14100"/>
        <pc:sldMkLst>
          <pc:docMk/>
          <pc:sldMk cId="0" sldId="272"/>
        </pc:sldMkLst>
        <pc:spChg chg="mod">
          <ac:chgData name="Houcine  HAMANA" userId="9304277f-9594-439f-8eb5-f5aaa7e26c23" providerId="ADAL" clId="{A18C5F31-D356-4661-AA3F-97A63CE1A673}" dt="2026-06-09T14:31:42.254" v="1" actId="14100"/>
          <ac:spMkLst>
            <pc:docMk/>
            <pc:sldMk cId="0" sldId="272"/>
            <ac:spMk id="551" creationId="{00000000-0000-0000-0000-000000000000}"/>
          </ac:spMkLst>
        </pc:spChg>
      </pc:sldChg>
      <pc:sldChg chg="del">
        <pc:chgData name="Houcine  HAMANA" userId="9304277f-9594-439f-8eb5-f5aaa7e26c23" providerId="ADAL" clId="{A18C5F31-D356-4661-AA3F-97A63CE1A673}" dt="2026-06-09T14:45:19.567" v="3" actId="47"/>
        <pc:sldMkLst>
          <pc:docMk/>
          <pc:sldMk cId="0" sldId="273"/>
        </pc:sldMkLst>
      </pc:sldChg>
      <pc:sldChg chg="del">
        <pc:chgData name="Houcine  HAMANA" userId="9304277f-9594-439f-8eb5-f5aaa7e26c23" providerId="ADAL" clId="{A18C5F31-D356-4661-AA3F-97A63CE1A673}" dt="2026-06-09T14:45:21.786" v="4" actId="47"/>
        <pc:sldMkLst>
          <pc:docMk/>
          <pc:sldMk cId="0" sldId="274"/>
        </pc:sldMkLst>
      </pc:sldChg>
      <pc:sldChg chg="del">
        <pc:chgData name="Houcine  HAMANA" userId="9304277f-9594-439f-8eb5-f5aaa7e26c23" providerId="ADAL" clId="{A18C5F31-D356-4661-AA3F-97A63CE1A673}" dt="2026-06-09T14:45:25.765" v="5" actId="47"/>
        <pc:sldMkLst>
          <pc:docMk/>
          <pc:sldMk cId="0" sldId="275"/>
        </pc:sldMkLst>
      </pc:sldChg>
      <pc:sldChg chg="addSp modSp mod">
        <pc:chgData name="Houcine  HAMANA" userId="9304277f-9594-439f-8eb5-f5aaa7e26c23" providerId="ADAL" clId="{A18C5F31-D356-4661-AA3F-97A63CE1A673}" dt="2026-06-09T14:50:22.448" v="22" actId="1076"/>
        <pc:sldMkLst>
          <pc:docMk/>
          <pc:sldMk cId="0" sldId="278"/>
        </pc:sldMkLst>
        <pc:spChg chg="add mod">
          <ac:chgData name="Houcine  HAMANA" userId="9304277f-9594-439f-8eb5-f5aaa7e26c23" providerId="ADAL" clId="{A18C5F31-D356-4661-AA3F-97A63CE1A673}" dt="2026-06-09T14:50:22.448" v="22" actId="1076"/>
          <ac:spMkLst>
            <pc:docMk/>
            <pc:sldMk cId="0" sldId="278"/>
            <ac:spMk id="3" creationId="{299EDA81-B3F9-2DED-9079-D2FB3AFDAB8F}"/>
          </ac:spMkLst>
        </pc:spChg>
        <pc:picChg chg="mod">
          <ac:chgData name="Houcine  HAMANA" userId="9304277f-9594-439f-8eb5-f5aaa7e26c23" providerId="ADAL" clId="{A18C5F31-D356-4661-AA3F-97A63CE1A673}" dt="2026-06-09T14:48:45.165" v="8" actId="1076"/>
          <ac:picMkLst>
            <pc:docMk/>
            <pc:sldMk cId="0" sldId="278"/>
            <ac:picMk id="575" creationId="{00000000-0000-0000-0000-000000000000}"/>
          </ac:picMkLst>
        </pc:picChg>
      </pc:sld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50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50"/>
            <pc:sldLayoutMk cId="0" sldId="2147483651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52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52"/>
            <pc:sldLayoutMk cId="0" sldId="2147483653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54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54"/>
            <pc:sldLayoutMk cId="0" sldId="2147483655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56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56"/>
            <pc:sldLayoutMk cId="0" sldId="2147483657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58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58"/>
            <pc:sldLayoutMk cId="0" sldId="2147483659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60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60"/>
            <pc:sldLayoutMk cId="0" sldId="2147483661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62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62"/>
            <pc:sldLayoutMk cId="0" sldId="2147483663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64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64"/>
            <pc:sldLayoutMk cId="0" sldId="2147483665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66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66"/>
            <pc:sldLayoutMk cId="0" sldId="2147483667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68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68"/>
            <pc:sldLayoutMk cId="0" sldId="2147483669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70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70"/>
            <pc:sldLayoutMk cId="0" sldId="2147483671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74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74"/>
            <pc:sldLayoutMk cId="0" sldId="2147483675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76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76"/>
            <pc:sldLayoutMk cId="0" sldId="2147483677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82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82"/>
            <pc:sldLayoutMk cId="0" sldId="2147483683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84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84"/>
            <pc:sldLayoutMk cId="0" sldId="2147483685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86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86"/>
            <pc:sldLayoutMk cId="0" sldId="2147483687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90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90"/>
            <pc:sldLayoutMk cId="0" sldId="2147483691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96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96"/>
            <pc:sldLayoutMk cId="0" sldId="2147483697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4:31:48.528" v="2"/>
        <pc:sldMasterMkLst>
          <pc:docMk/>
          <pc:sldMasterMk cId="0" sldId="2147483698"/>
        </pc:sldMasterMkLst>
        <pc:sldLayoutChg chg="del">
          <pc:chgData name="Houcine  HAMANA" userId="9304277f-9594-439f-8eb5-f5aaa7e26c23" providerId="ADAL" clId="{A18C5F31-D356-4661-AA3F-97A63CE1A673}" dt="2026-06-09T14:31:48.528" v="2"/>
          <pc:sldLayoutMkLst>
            <pc:docMk/>
            <pc:sldMasterMk cId="0" sldId="2147483698"/>
            <pc:sldLayoutMk cId="0" sldId="214748369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sposition des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E5E0718F-F632-42AA-94E0-5A186D42FCE3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336BB838-2F3C-4CE9-987C-3AF89F9FE5F4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35688F0D-A2F7-4406-A1E6-BBA1D0DEB856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6AC29CB1-6A83-43A5-AE43-A7F1A2748E57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ACBF9DAF-BA61-432B-97BD-B5FB2661DA35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3AD1A23E-D899-4F5D-8448-5FE1A57345E4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88993612-8FF3-4C34-9346-6D8EE2ECB712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5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fld id="{18D97E58-3DBE-4EBE-BF64-F9BF00964507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5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fld id="{10B48653-BDF2-46FE-BCA9-8AD4377B6215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5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8"/>
          </p:nvPr>
        </p:nvSpPr>
        <p:spPr/>
        <p:txBody>
          <a:bodyPr/>
          <a:lstStyle/>
          <a:p>
            <a:fld id="{BEBC8CDD-14E1-4C80-A38F-B28756B729A2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5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0"/>
          </p:nvPr>
        </p:nvSpPr>
        <p:spPr/>
        <p:txBody>
          <a:bodyPr/>
          <a:lstStyle/>
          <a:p>
            <a:fld id="{F96CF804-74F9-49DC-8664-95A3E6443784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6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2"/>
          </p:nvPr>
        </p:nvSpPr>
        <p:spPr/>
        <p:txBody>
          <a:bodyPr/>
          <a:lstStyle/>
          <a:p>
            <a:fld id="{B5C70E51-FE6B-44D9-A5E4-CAF870FDBDD4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6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3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5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6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7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8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9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pic>
        <p:nvPicPr>
          <p:cNvPr id="10" name="Picture 2" descr="Home | Caplogy"/>
          <p:cNvPicPr/>
          <p:nvPr/>
        </p:nvPicPr>
        <p:blipFill>
          <a:blip r:embed="rId3"/>
          <a:srcRect r="62886"/>
          <a:stretch/>
        </p:blipFill>
        <p:spPr>
          <a:xfrm>
            <a:off x="132480" y="6153840"/>
            <a:ext cx="523800" cy="761400"/>
          </a:xfrm>
          <a:prstGeom prst="rect">
            <a:avLst/>
          </a:prstGeom>
          <a:ln w="0">
            <a:noFill/>
          </a:ln>
        </p:spPr>
      </p:pic>
      <p:grpSp>
        <p:nvGrpSpPr>
          <p:cNvPr id="11" name="Groupe 29"/>
          <p:cNvGrpSpPr/>
          <p:nvPr/>
        </p:nvGrpSpPr>
        <p:grpSpPr>
          <a:xfrm>
            <a:off x="4115880" y="5576760"/>
            <a:ext cx="3961080" cy="306000"/>
            <a:chOff x="4115880" y="5576760"/>
            <a:chExt cx="3961080" cy="306000"/>
          </a:xfrm>
        </p:grpSpPr>
        <p:cxnSp>
          <p:nvCxnSpPr>
            <p:cNvPr id="12" name="Connecteur droit 24"/>
            <p:cNvCxnSpPr/>
            <p:nvPr/>
          </p:nvCxnSpPr>
          <p:spPr>
            <a:xfrm>
              <a:off x="4115880" y="5576760"/>
              <a:ext cx="3961440" cy="1440"/>
            </a:xfrm>
            <a:prstGeom prst="straightConnector1">
              <a:avLst/>
            </a:prstGeom>
            <a:ln w="19050">
              <a:solidFill>
                <a:srgbClr val="5B5B79"/>
              </a:solidFill>
              <a:round/>
            </a:ln>
          </p:spPr>
        </p:cxnSp>
        <p:cxnSp>
          <p:nvCxnSpPr>
            <p:cNvPr id="13" name="Connecteur droit 25"/>
            <p:cNvCxnSpPr/>
            <p:nvPr/>
          </p:nvCxnSpPr>
          <p:spPr>
            <a:xfrm>
              <a:off x="4655880" y="5729400"/>
              <a:ext cx="2881440" cy="1440"/>
            </a:xfrm>
            <a:prstGeom prst="straightConnector1">
              <a:avLst/>
            </a:prstGeom>
            <a:ln w="19050">
              <a:solidFill>
                <a:srgbClr val="71D2E3"/>
              </a:solidFill>
              <a:round/>
            </a:ln>
          </p:spPr>
        </p:cxnSp>
        <p:cxnSp>
          <p:nvCxnSpPr>
            <p:cNvPr id="14" name="Connecteur droit 28"/>
            <p:cNvCxnSpPr/>
            <p:nvPr/>
          </p:nvCxnSpPr>
          <p:spPr>
            <a:xfrm>
              <a:off x="5195880" y="5881680"/>
              <a:ext cx="1801440" cy="1440"/>
            </a:xfrm>
            <a:prstGeom prst="straightConnector1">
              <a:avLst/>
            </a:prstGeom>
            <a:ln w="19050">
              <a:solidFill>
                <a:srgbClr val="5B5B79"/>
              </a:solidFill>
              <a:round/>
            </a:ln>
          </p:spPr>
        </p:cxnSp>
      </p:grpSp>
      <p:sp>
        <p:nvSpPr>
          <p:cNvPr id="15" name="Rectangle 4"/>
          <p:cNvSpPr/>
          <p:nvPr/>
        </p:nvSpPr>
        <p:spPr>
          <a:xfrm>
            <a:off x="1523880" y="1402560"/>
            <a:ext cx="9142560" cy="2386080"/>
          </a:xfrm>
          <a:prstGeom prst="rect">
            <a:avLst/>
          </a:prstGeom>
          <a:noFill/>
          <a:ln w="9525">
            <a:solidFill>
              <a:srgbClr val="A9A9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dt" idx="1"/>
          </p:nvPr>
        </p:nvSpPr>
        <p:spPr>
          <a:xfrm>
            <a:off x="838080" y="6352560"/>
            <a:ext cx="54432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92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193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194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195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196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197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198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199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200" name="Rectangle 11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grpSp>
        <p:nvGrpSpPr>
          <p:cNvPr id="201" name="Groupe 24"/>
          <p:cNvGrpSpPr/>
          <p:nvPr/>
        </p:nvGrpSpPr>
        <p:grpSpPr>
          <a:xfrm>
            <a:off x="2760840" y="954720"/>
            <a:ext cx="6671160" cy="3979440"/>
            <a:chOff x="2760840" y="954720"/>
            <a:chExt cx="6671160" cy="3979440"/>
          </a:xfrm>
        </p:grpSpPr>
        <p:cxnSp>
          <p:nvCxnSpPr>
            <p:cNvPr id="202" name="Connecteur droit 7"/>
            <p:cNvCxnSpPr/>
            <p:nvPr/>
          </p:nvCxnSpPr>
          <p:spPr>
            <a:xfrm>
              <a:off x="4750920" y="4335120"/>
              <a:ext cx="4681440" cy="1440"/>
            </a:xfrm>
            <a:prstGeom prst="straightConnector1">
              <a:avLst/>
            </a:prstGeom>
            <a:ln w="57150">
              <a:solidFill>
                <a:srgbClr val="2987B1"/>
              </a:solidFill>
              <a:round/>
            </a:ln>
          </p:spPr>
        </p:cxnSp>
        <p:pic>
          <p:nvPicPr>
            <p:cNvPr id="203" name="Graphique 5" descr="Point d’interrogation avec un remplissage uni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>
            <a:xfrm>
              <a:off x="2760840" y="954720"/>
              <a:ext cx="3979440" cy="3979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4" name="ZoneTexte 8"/>
            <p:cNvSpPr/>
            <p:nvPr/>
          </p:nvSpPr>
          <p:spPr>
            <a:xfrm>
              <a:off x="5325840" y="3653640"/>
              <a:ext cx="41040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3600" b="1" u="none" strike="noStrike">
                  <a:solidFill>
                    <a:srgbClr val="424258"/>
                  </a:solidFill>
                  <a:uFillTx/>
                  <a:latin typeface="Georgia"/>
                </a:rPr>
                <a:t>Des questions</a:t>
              </a:r>
              <a:endParaRPr lang="fr-FR" sz="36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5" name="Ellipse 9"/>
            <p:cNvSpPr/>
            <p:nvPr/>
          </p:nvSpPr>
          <p:spPr>
            <a:xfrm>
              <a:off x="4434120" y="4018320"/>
              <a:ext cx="632880" cy="632880"/>
            </a:xfrm>
            <a:prstGeom prst="ellipse">
              <a:avLst/>
            </a:prstGeom>
            <a:solidFill>
              <a:srgbClr val="42425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206" name="PlaceHolder 1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82FBBF-D71F-48B1-8504-8C0D5D5FB355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20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40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241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242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243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244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245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246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247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248" name="Rectangle 4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249" name="Flèche : pentagone 6"/>
          <p:cNvSpPr/>
          <p:nvPr/>
        </p:nvSpPr>
        <p:spPr>
          <a:xfrm>
            <a:off x="848880" y="1619280"/>
            <a:ext cx="10503360" cy="2807280"/>
          </a:xfrm>
          <a:prstGeom prst="homePlate">
            <a:avLst>
              <a:gd name="adj" fmla="val 50000"/>
            </a:avLst>
          </a:prstGeom>
          <a:noFill/>
          <a:ln w="38100">
            <a:solidFill>
              <a:srgbClr val="71D2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11BB9D-2962-4902-88AA-1E88243C0407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25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56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257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258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259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260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261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262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263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264" name="Rectangle 4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52EAF2-417E-481C-8CEB-E5B28954D213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26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26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16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317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18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319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20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321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22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23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324" name="Rectangle 4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325" name="Flèche : pentagone 6"/>
          <p:cNvSpPr/>
          <p:nvPr/>
        </p:nvSpPr>
        <p:spPr>
          <a:xfrm>
            <a:off x="848880" y="1619280"/>
            <a:ext cx="10503360" cy="2807280"/>
          </a:xfrm>
          <a:prstGeom prst="homePlate">
            <a:avLst>
              <a:gd name="adj" fmla="val 50000"/>
            </a:avLst>
          </a:prstGeom>
          <a:noFill/>
          <a:ln w="38100">
            <a:solidFill>
              <a:srgbClr val="71D2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326" name="PlaceHolder 1"/>
          <p:cNvSpPr>
            <a:spLocks noGrp="1"/>
          </p:cNvSpPr>
          <p:nvPr>
            <p:ph type="sldNum" idx="4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14930C-503D-436B-9A1A-5B4DD363C10C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dt" idx="4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3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44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345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46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347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48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349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50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51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352" name="Rectangle 4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353" name="PlaceHolder 1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BFB536-14D0-4D58-980D-2543B65FC528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35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59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360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61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362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63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364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65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66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367" name="Rectangle 4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368" name="PlaceHolder 1"/>
          <p:cNvSpPr>
            <a:spLocks noGrp="1"/>
          </p:cNvSpPr>
          <p:nvPr>
            <p:ph type="sldNum" idx="4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B571D9-0588-45A8-A8B3-9ADEA3FB5667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dt" idx="4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37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371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0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01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402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03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404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05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406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07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08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409" name="Rectangle 4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410" name="PlaceHolder 1"/>
          <p:cNvSpPr>
            <a:spLocks noGrp="1"/>
          </p:cNvSpPr>
          <p:nvPr>
            <p:ph type="sldNum" idx="5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EDFF4E-A77A-426D-A21B-27B5A3B03B24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dt" idx="5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41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41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16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417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18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419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20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421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22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23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424" name="Rectangle 4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715757-911A-4DEF-99FB-B141D0095F4C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42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42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31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432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33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434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35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436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37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38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439" name="Rectangle 4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440" name="PlaceHolder 1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24574F-2555-4A98-BDB2-7AE72349E81E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44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44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46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447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48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449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50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451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52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53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454" name="Rectangle 4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455" name="Flèche : pentagone 6"/>
          <p:cNvSpPr/>
          <p:nvPr/>
        </p:nvSpPr>
        <p:spPr>
          <a:xfrm>
            <a:off x="848880" y="1619280"/>
            <a:ext cx="10503360" cy="2807280"/>
          </a:xfrm>
          <a:prstGeom prst="homePlate">
            <a:avLst>
              <a:gd name="adj" fmla="val 50000"/>
            </a:avLst>
          </a:prstGeom>
          <a:noFill/>
          <a:ln w="38100">
            <a:solidFill>
              <a:srgbClr val="71D2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456" name="PlaceHolder 1"/>
          <p:cNvSpPr>
            <a:spLocks noGrp="1"/>
          </p:cNvSpPr>
          <p:nvPr>
            <p:ph type="sldNum" idx="5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6F3721-E11F-4222-8FF9-F091462915B4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dt" idx="5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9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60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461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62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463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64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465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66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67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468" name="Rectangle 4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469" name="Flèche : pentagone 6"/>
          <p:cNvSpPr/>
          <p:nvPr/>
        </p:nvSpPr>
        <p:spPr>
          <a:xfrm>
            <a:off x="848880" y="1619280"/>
            <a:ext cx="10503360" cy="2807280"/>
          </a:xfrm>
          <a:prstGeom prst="homePlate">
            <a:avLst>
              <a:gd name="adj" fmla="val 50000"/>
            </a:avLst>
          </a:prstGeom>
          <a:noFill/>
          <a:ln w="38100">
            <a:solidFill>
              <a:srgbClr val="71D2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470" name="PlaceHolder 1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47814F-D269-460A-AE5C-82914CB17B87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Espace réservé de la date 3"/>
          <p:cNvSpPr/>
          <p:nvPr/>
        </p:nvSpPr>
        <p:spPr>
          <a:xfrm>
            <a:off x="1238760" y="6352560"/>
            <a:ext cx="225864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3" name="Espace réservé de la date 3"/>
          <p:cNvSpPr/>
          <p:nvPr/>
        </p:nvSpPr>
        <p:spPr>
          <a:xfrm>
            <a:off x="616680" y="6352560"/>
            <a:ext cx="253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74" name="Groupe 11"/>
          <p:cNvGrpSpPr/>
          <p:nvPr/>
        </p:nvGrpSpPr>
        <p:grpSpPr>
          <a:xfrm>
            <a:off x="871560" y="203040"/>
            <a:ext cx="10449720" cy="262080"/>
            <a:chOff x="871560" y="203040"/>
            <a:chExt cx="10449720" cy="262080"/>
          </a:xfrm>
        </p:grpSpPr>
        <p:cxnSp>
          <p:nvCxnSpPr>
            <p:cNvPr id="475" name="Connecteur droit 12"/>
            <p:cNvCxnSpPr/>
            <p:nvPr/>
          </p:nvCxnSpPr>
          <p:spPr>
            <a:xfrm>
              <a:off x="871560" y="334800"/>
              <a:ext cx="151992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76" name="Connecteur droit 13"/>
            <p:cNvCxnSpPr/>
            <p:nvPr/>
          </p:nvCxnSpPr>
          <p:spPr>
            <a:xfrm>
              <a:off x="2390040" y="336240"/>
              <a:ext cx="151956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477" name="Connecteur droit 14"/>
            <p:cNvCxnSpPr/>
            <p:nvPr/>
          </p:nvCxnSpPr>
          <p:spPr>
            <a:xfrm>
              <a:off x="3899880" y="334800"/>
              <a:ext cx="3711600" cy="144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78" name="Connecteur droit 15"/>
            <p:cNvCxnSpPr/>
            <p:nvPr/>
          </p:nvCxnSpPr>
          <p:spPr>
            <a:xfrm>
              <a:off x="7610040" y="334800"/>
              <a:ext cx="3711600" cy="144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479" name="Ellipse 16"/>
            <p:cNvSpPr/>
            <p:nvPr/>
          </p:nvSpPr>
          <p:spPr>
            <a:xfrm>
              <a:off x="225828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80" name="Ellipse 17"/>
            <p:cNvSpPr/>
            <p:nvPr/>
          </p:nvSpPr>
          <p:spPr>
            <a:xfrm>
              <a:off x="3768480" y="203040"/>
              <a:ext cx="262080" cy="26208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81" name="Ellipse 18"/>
            <p:cNvSpPr/>
            <p:nvPr/>
          </p:nvSpPr>
          <p:spPr>
            <a:xfrm>
              <a:off x="7478640" y="203040"/>
              <a:ext cx="262080" cy="26208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482" name="Rectangle 4"/>
          <p:cNvSpPr/>
          <p:nvPr/>
        </p:nvSpPr>
        <p:spPr>
          <a:xfrm>
            <a:off x="10890360" y="6419880"/>
            <a:ext cx="1299960" cy="22932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483" name="Flèche : pentagone 6"/>
          <p:cNvSpPr/>
          <p:nvPr/>
        </p:nvSpPr>
        <p:spPr>
          <a:xfrm>
            <a:off x="848880" y="1619280"/>
            <a:ext cx="10503360" cy="2807280"/>
          </a:xfrm>
          <a:prstGeom prst="homePlate">
            <a:avLst>
              <a:gd name="adj" fmla="val 50000"/>
            </a:avLst>
          </a:prstGeom>
          <a:noFill/>
          <a:ln w="38100">
            <a:solidFill>
              <a:srgbClr val="71D2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484" name="PlaceHolder 1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AB15F1-5699-4882-BE88-BB1205A3DEA0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1523880" y="140256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6000" b="1" u="none" strike="noStrike">
                <a:solidFill>
                  <a:srgbClr val="5B5B79"/>
                </a:solidFill>
                <a:uFillTx/>
                <a:latin typeface="Georgia"/>
              </a:rPr>
              <a:t>Ch. 3 : Modèles de déploiement Cloud </a:t>
            </a:r>
            <a:endParaRPr lang="fr-FR" sz="6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 type="subTitle"/>
          </p:nvPr>
        </p:nvSpPr>
        <p:spPr>
          <a:xfrm>
            <a:off x="1523880" y="4150080"/>
            <a:ext cx="9142560" cy="59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600" b="0" i="1" u="none" strike="noStrike">
                <a:solidFill>
                  <a:srgbClr val="4A4A62"/>
                </a:solidFill>
                <a:uFillTx/>
                <a:latin typeface="Georgia"/>
                <a:ea typeface="Calibri"/>
              </a:rPr>
              <a:t>Nom de filière ou programme</a:t>
            </a:r>
            <a:endParaRPr lang="fr-FR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dt" idx="64"/>
          </p:nvPr>
        </p:nvSpPr>
        <p:spPr>
          <a:xfrm>
            <a:off x="838080" y="6352560"/>
            <a:ext cx="54432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0" name="PlaceHolder 5"/>
          <p:cNvSpPr>
            <a:spLocks noGrp="1"/>
          </p:cNvSpPr>
          <p:nvPr>
            <p:ph/>
          </p:nvPr>
        </p:nvSpPr>
        <p:spPr>
          <a:xfrm>
            <a:off x="1523880" y="4773600"/>
            <a:ext cx="9142560" cy="43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600" b="0" i="1" u="none" strike="noStrike">
                <a:solidFill>
                  <a:srgbClr val="4A4A62"/>
                </a:solidFill>
                <a:uFillTx/>
                <a:latin typeface="Georgia"/>
                <a:ea typeface="Calibri"/>
              </a:rPr>
              <a:t>Année (optionnel)</a:t>
            </a:r>
            <a:endParaRPr lang="fr-FR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dt" idx="6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title"/>
          </p:nvPr>
        </p:nvSpPr>
        <p:spPr>
          <a:xfrm>
            <a:off x="831960" y="1711080"/>
            <a:ext cx="10532880" cy="294300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800" b="0" u="none" strike="noStrike">
                <a:solidFill>
                  <a:srgbClr val="44445A"/>
                </a:solidFill>
                <a:uFillTx/>
                <a:latin typeface="Georgia"/>
              </a:rPr>
              <a:t>Cloud public </a:t>
            </a:r>
            <a:endParaRPr lang="fr-FR" sz="4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0075320F-8FDE-4115-A249-FF43FA0F4194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Public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/>
          </p:nvPr>
        </p:nvSpPr>
        <p:spPr>
          <a:xfrm>
            <a:off x="900000" y="176904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Consommateur: grand public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Fournisseur de Cloud: organisation vendant des services cloud et est propriétaire et gère l’infrastructure cloud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Emplacement de ressources: toutes les ressources existent dans les locaux de fournisseurs (on-premisses)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Multi-tenants model: coexistence de plusieurs consommateurs dans le même cloud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7" name="PlaceHolder 4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1C86534-6F94-4729-AC68-4E0E05DE8505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Public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 type="dt" idx="6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01" name="object 5"/>
          <p:cNvPicPr/>
          <p:nvPr/>
        </p:nvPicPr>
        <p:blipFill>
          <a:blip r:embed="rId2"/>
          <a:stretch/>
        </p:blipFill>
        <p:spPr>
          <a:xfrm>
            <a:off x="1800000" y="1800000"/>
            <a:ext cx="8288280" cy="43138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23F2A8EC-E6A5-4004-BAF0-38EA2B5448FF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dt" idx="6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title"/>
          </p:nvPr>
        </p:nvSpPr>
        <p:spPr>
          <a:xfrm>
            <a:off x="831960" y="1711080"/>
            <a:ext cx="10532880" cy="294300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800" b="0" u="none" strike="noStrike">
                <a:solidFill>
                  <a:srgbClr val="44445A"/>
                </a:solidFill>
                <a:uFillTx/>
                <a:latin typeface="Georgia"/>
              </a:rPr>
              <a:t>Cloud privé </a:t>
            </a:r>
            <a:endParaRPr lang="fr-FR" sz="4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9FFF2B4A-0616-4009-985B-3F1579E03969}" type="slidenum"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Privé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/>
          </p:nvPr>
        </p:nvSpPr>
        <p:spPr>
          <a:xfrm>
            <a:off x="900000" y="176904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Consommateur: utilisation exclusive pour une organisation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Ressources peuvent être détenues et gérées par l’organisation consommatrice ou une autre organisation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Les services sont gérés et fournis à l’intérieur de l’organisation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Moins de restriction sur la bande passante du réseau, moins de risque de sécurité et exigences légales par rapport au cloud public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8" name="PlaceHolder 4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892064F4-5A91-49CF-9BF7-A76D1A0C20A8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Privé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 type="dt" idx="7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12" name="object 1"/>
          <p:cNvPicPr/>
          <p:nvPr/>
        </p:nvPicPr>
        <p:blipFill>
          <a:blip r:embed="rId2"/>
          <a:stretch/>
        </p:blipFill>
        <p:spPr>
          <a:xfrm>
            <a:off x="1800000" y="1547640"/>
            <a:ext cx="8288280" cy="43153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278C0E36-659F-42F6-BD90-78AAA9A85194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Privé - interne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/>
          </p:nvPr>
        </p:nvSpPr>
        <p:spPr>
          <a:xfrm>
            <a:off x="900000" y="176904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Interne (On-premises): l’organisation stocke ses données dans un cloud privé pour améliorer l’utilisation et la gestion des ressources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dt" idx="7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6" name="PlaceHolder 4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17" name="object 6"/>
          <p:cNvPicPr/>
          <p:nvPr/>
        </p:nvPicPr>
        <p:blipFill>
          <a:blip r:embed="rId2"/>
          <a:stretch/>
        </p:blipFill>
        <p:spPr>
          <a:xfrm>
            <a:off x="3600000" y="2520000"/>
            <a:ext cx="4514760" cy="360972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A9FA0E1F-8607-4A41-A4DD-1853B8A94851}" type="slidenum">
              <a:r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Privé - externe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900000" y="1769040"/>
            <a:ext cx="611964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Externe (Off-premisses): l’organisation vise à étendre sa capacité en utilisant un cloud privé exclusif qui est accessible à distance et approvisionné par une autre organisation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1" name="PlaceHolder 4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22" name="Image 521"/>
          <p:cNvPicPr/>
          <p:nvPr/>
        </p:nvPicPr>
        <p:blipFill>
          <a:blip r:embed="rId2"/>
          <a:stretch/>
        </p:blipFill>
        <p:spPr>
          <a:xfrm>
            <a:off x="7560000" y="1357920"/>
            <a:ext cx="3599640" cy="458172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8C4D4052-E79E-4957-A3A7-A6DE4EB9EEFC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dt" idx="7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title"/>
          </p:nvPr>
        </p:nvSpPr>
        <p:spPr>
          <a:xfrm>
            <a:off x="831960" y="1711080"/>
            <a:ext cx="10532880" cy="294300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800" b="0" u="none" strike="noStrike">
                <a:solidFill>
                  <a:srgbClr val="44445A"/>
                </a:solidFill>
                <a:uFillTx/>
                <a:latin typeface="Georgia"/>
              </a:rPr>
              <a:t>Cloud communautaire </a:t>
            </a:r>
            <a:endParaRPr lang="fr-FR" sz="4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8"/>
          </p:nvPr>
        </p:nvSpPr>
        <p:spPr/>
        <p:txBody>
          <a:bodyPr/>
          <a:lstStyle/>
          <a:p>
            <a:fld id="{62C05FAF-F199-402D-8D87-0F39CB24653B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communautaire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/>
          </p:nvPr>
        </p:nvSpPr>
        <p:spPr>
          <a:xfrm>
            <a:off x="900000" y="176904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Une communauté, composée d’une ou de plusieurs organisations, partage des préoccupations communes telles que leur mission, les politiques et les mesures de sécurité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cloud communautaire expose ses ressources uniquement pour une telle communauté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cloud est détenu et géré par l’un des collaborateurs dans la communauté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Exemple: un cloud communautaire pour la recherche et les organisations universitaires pour mener des expériences scientifiques à grand échelle (e-science)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dt" idx="7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9" name="PlaceHolder 4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CFA31BB5-F97F-42AC-8DA0-0601D58F0E3A}" type="slidenum">
              <a:r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communautaire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33" name="object 2"/>
          <p:cNvPicPr/>
          <p:nvPr/>
        </p:nvPicPr>
        <p:blipFill>
          <a:blip r:embed="rId2"/>
          <a:stretch/>
        </p:blipFill>
        <p:spPr>
          <a:xfrm>
            <a:off x="1980000" y="1805760"/>
            <a:ext cx="8288280" cy="43138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fld id="{8897A65E-959D-4B3D-BA4D-39B5DF189357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dt" idx="7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title"/>
          </p:nvPr>
        </p:nvSpPr>
        <p:spPr>
          <a:xfrm>
            <a:off x="831960" y="1711080"/>
            <a:ext cx="10532880" cy="294300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800" b="0" u="none" strike="noStrike">
                <a:solidFill>
                  <a:srgbClr val="44445A"/>
                </a:solidFill>
                <a:uFillTx/>
                <a:latin typeface="Georgia"/>
              </a:rPr>
              <a:t>Cloud hybride </a:t>
            </a:r>
            <a:endParaRPr lang="fr-FR" sz="4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0"/>
          </p:nvPr>
        </p:nvSpPr>
        <p:spPr/>
        <p:txBody>
          <a:bodyPr/>
          <a:lstStyle/>
          <a:p>
            <a:fld id="{7396FEF5-71B4-49FB-A3ED-73B98584B535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Hybride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 type="dt" idx="7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0" name="PlaceHolder 34"/>
          <p:cNvSpPr/>
          <p:nvPr/>
        </p:nvSpPr>
        <p:spPr>
          <a:xfrm>
            <a:off x="900360" y="176904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Ce modèle combine plusieurs cloud: privé, communautaire ou public qui conservent leurs identités uniques, mais sont liés ensemble comme une seule unité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Par exemple, une organisation peut utiliser un cloud public pour certains aspects de ses activités et peut avoir un cloud privé pour ses données 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sensibles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fld id="{C433DFC4-C321-44DC-965D-D3EBAA69D512}" type="slidenum">
              <a:rPr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Hybride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44" name="object 3"/>
          <p:cNvPicPr/>
          <p:nvPr/>
        </p:nvPicPr>
        <p:blipFill>
          <a:blip r:embed="rId2"/>
          <a:stretch/>
        </p:blipFill>
        <p:spPr>
          <a:xfrm>
            <a:off x="1440000" y="1620000"/>
            <a:ext cx="8288280" cy="43138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fld id="{C1B5481F-B6B5-4716-ADAD-FA51F5299962}" type="slidenum">
              <a:rPr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Modèles de déploiement des services de cloud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6" name="PlaceHolder 2"/>
          <p:cNvSpPr>
            <a:spLocks noGrp="1"/>
          </p:cNvSpPr>
          <p:nvPr>
            <p:ph type="dt" idx="7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48" name="object 4"/>
          <p:cNvPicPr/>
          <p:nvPr/>
        </p:nvPicPr>
        <p:blipFill>
          <a:blip r:embed="rId2"/>
          <a:stretch/>
        </p:blipFill>
        <p:spPr>
          <a:xfrm>
            <a:off x="1251360" y="1377720"/>
            <a:ext cx="8288280" cy="47419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fld id="{EE3C9925-BC4D-4D33-BA29-76006600DF66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dt" idx="8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title"/>
          </p:nvPr>
        </p:nvSpPr>
        <p:spPr>
          <a:xfrm>
            <a:off x="831959" y="1711080"/>
            <a:ext cx="10593423" cy="294300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800" b="0" u="none" strike="noStrike" dirty="0">
                <a:solidFill>
                  <a:srgbClr val="44445A"/>
                </a:solidFill>
                <a:uFillTx/>
                <a:latin typeface="Georgia"/>
              </a:rPr>
              <a:t>Architecture conceptuelle de référence</a:t>
            </a:r>
            <a:endParaRPr lang="fr-FR" sz="4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lstStyle/>
          <a:p>
            <a:fld id="{9C7FD588-9DE8-4299-9C21-A9EBE00337C6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- Architecture de référence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67" name="object 7"/>
          <p:cNvPicPr/>
          <p:nvPr/>
        </p:nvPicPr>
        <p:blipFill>
          <a:blip r:embed="rId2"/>
          <a:stretch/>
        </p:blipFill>
        <p:spPr>
          <a:xfrm>
            <a:off x="1440000" y="1501200"/>
            <a:ext cx="8378280" cy="47984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fld id="{C7DD0FD6-2352-4074-8DF3-18A4DE0D066E}" type="slidenum">
              <a:rPr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Acteurs du modèle Archi. réf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 type="dt" idx="8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71" name="Image 570"/>
          <p:cNvPicPr/>
          <p:nvPr/>
        </p:nvPicPr>
        <p:blipFill>
          <a:blip r:embed="rId2"/>
          <a:stretch/>
        </p:blipFill>
        <p:spPr>
          <a:xfrm>
            <a:off x="1260000" y="1440000"/>
            <a:ext cx="9307080" cy="45982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fld id="{7062628C-47C4-4685-B851-386E2D3B69A9}" type="slidenum">
              <a:rPr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Relation entre les Acteurs du modèle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dt" idx="8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75" name="object 8"/>
          <p:cNvPicPr/>
          <p:nvPr/>
        </p:nvPicPr>
        <p:blipFill>
          <a:blip r:embed="rId2"/>
          <a:stretch/>
        </p:blipFill>
        <p:spPr>
          <a:xfrm>
            <a:off x="1831680" y="1620000"/>
            <a:ext cx="7527960" cy="45370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fld id="{0228A715-53DA-47D0-866B-4A23EEE3527B}" type="slidenum">
              <a:rPr/>
              <a:t>20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99EDA81-B3F9-2DED-9079-D2FB3AFDAB8F}"/>
              </a:ext>
            </a:extLst>
          </p:cNvPr>
          <p:cNvSpPr txBox="1"/>
          <p:nvPr/>
        </p:nvSpPr>
        <p:spPr>
          <a:xfrm>
            <a:off x="9359640" y="1746720"/>
            <a:ext cx="274176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Le chemin de communication entre un fournisseur de cloud et un consommateur de cloud</a:t>
            </a:r>
          </a:p>
          <a:p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Les chemins de communication permettant à un auditeur de cloud de collecter des informations d'audit</a:t>
            </a:r>
          </a:p>
          <a:p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Les chemins de communication permettant à un courtier de cloud de fournir un service à un consommateur de cloud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Scénario d’utilisation 1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79" name="object 9"/>
          <p:cNvPicPr/>
          <p:nvPr/>
        </p:nvPicPr>
        <p:blipFill>
          <a:blip r:embed="rId2"/>
          <a:stretch/>
        </p:blipFill>
        <p:spPr>
          <a:xfrm>
            <a:off x="1416960" y="3060000"/>
            <a:ext cx="9022680" cy="1979640"/>
          </a:xfrm>
          <a:prstGeom prst="rect">
            <a:avLst/>
          </a:prstGeom>
          <a:ln w="0">
            <a:noFill/>
          </a:ln>
        </p:spPr>
      </p:pic>
      <p:sp>
        <p:nvSpPr>
          <p:cNvPr id="580" name="PlaceHolder 65"/>
          <p:cNvSpPr/>
          <p:nvPr/>
        </p:nvSpPr>
        <p:spPr>
          <a:xfrm>
            <a:off x="900720" y="1769040"/>
            <a:ext cx="10514160" cy="147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Un consommateur du Cloud peut demander un service à un courtier en Cloud au lieu de contacter directement un fournisseur de Cloud.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fld id="{6B429B2F-170B-47BC-B2F5-D763C07AC7CD}" type="slidenum"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Scénario d’utilisation 2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 type="dt" idx="8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4" name="PlaceHolder 69"/>
          <p:cNvSpPr/>
          <p:nvPr/>
        </p:nvSpPr>
        <p:spPr>
          <a:xfrm>
            <a:off x="900720" y="1769040"/>
            <a:ext cx="10514160" cy="147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Cloud Carrier (transporteur) fournissent la connectivité et le transport des services de cloud depuis les fournisseurs de cloud aux consommateurs de cloud.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SLA : Service Level Agreement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85" name="object 10"/>
          <p:cNvPicPr/>
          <p:nvPr/>
        </p:nvPicPr>
        <p:blipFill>
          <a:blip r:embed="rId2"/>
          <a:stretch/>
        </p:blipFill>
        <p:spPr>
          <a:xfrm>
            <a:off x="922320" y="3463560"/>
            <a:ext cx="10597320" cy="21160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fld id="{D70055CB-57A3-4CF5-A947-260D0288CB16}" type="slidenum">
              <a:rPr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Scénario d’utilisation 3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 type="dt" idx="8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9" name="PlaceHolder 73"/>
          <p:cNvSpPr/>
          <p:nvPr/>
        </p:nvSpPr>
        <p:spPr>
          <a:xfrm>
            <a:off x="900720" y="1769040"/>
            <a:ext cx="10514160" cy="147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Un auditeur cloud effectue des évaluations indépendantes du fonctionnement et de la sécurité de la mise en œuvre d’un service de cloud.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L'audit peut impliquer des interactions avec le consommateur et le fournisseur de cloud.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90" name="object 11"/>
          <p:cNvPicPr/>
          <p:nvPr/>
        </p:nvPicPr>
        <p:blipFill>
          <a:blip r:embed="rId2"/>
          <a:stretch/>
        </p:blipFill>
        <p:spPr>
          <a:xfrm>
            <a:off x="1800000" y="3506400"/>
            <a:ext cx="8389080" cy="26132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fld id="{ED8AB066-9978-4BF6-9D3E-3F88F75CF215}" type="slidenum">
              <a:rPr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16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Cloud Référence Architecture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94" name="object 12"/>
          <p:cNvPicPr/>
          <p:nvPr/>
        </p:nvPicPr>
        <p:blipFill>
          <a:blip r:embed="rId2"/>
          <a:stretch/>
        </p:blipFill>
        <p:spPr>
          <a:xfrm>
            <a:off x="1620000" y="1438920"/>
            <a:ext cx="8459640" cy="49172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fld id="{1407EBDC-8612-46E4-BD54-A8513AAE0CE2}" type="slidenum">
              <a:rPr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dt" idx="9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6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/>
          </p:nvPr>
        </p:nvSpPr>
        <p:spPr>
          <a:xfrm>
            <a:off x="5527440" y="4413960"/>
            <a:ext cx="3700440" cy="58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400" b="0" u="sng" strike="noStrike">
                <a:solidFill>
                  <a:srgbClr val="2987B1"/>
                </a:solidFill>
                <a:uFillTx/>
                <a:latin typeface="Georgia"/>
                <a:ea typeface="Calibri"/>
              </a:rPr>
              <a:t>pedagogie@caplogy.com</a:t>
            </a:r>
            <a:endParaRPr lang="fr-FR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D8AF1195-1D9F-46A7-8883-3F59B6F9C08B}" type="slidenum">
              <a:t>25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</TotalTime>
  <Words>628</Words>
  <Application>Microsoft Office PowerPoint</Application>
  <PresentationFormat>Grand écran</PresentationFormat>
  <Paragraphs>127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13</vt:i4>
      </vt:variant>
      <vt:variant>
        <vt:lpstr>Titres des diapositives</vt:lpstr>
      </vt:variant>
      <vt:variant>
        <vt:i4>25</vt:i4>
      </vt:variant>
    </vt:vector>
  </HeadingPairs>
  <TitlesOfParts>
    <vt:vector size="45" baseType="lpstr">
      <vt:lpstr>Aptos</vt:lpstr>
      <vt:lpstr>Arial</vt:lpstr>
      <vt:lpstr>Calibri</vt:lpstr>
      <vt:lpstr>Georgia</vt:lpstr>
      <vt:lpstr>Symbol</vt:lpstr>
      <vt:lpstr>Times New Roman</vt:lpstr>
      <vt:lpstr>Wingdings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Ch. 3 : Modèles de déploiement Cloud </vt:lpstr>
      <vt:lpstr>Cloud public </vt:lpstr>
      <vt:lpstr>Cloud Public</vt:lpstr>
      <vt:lpstr>Cloud Public</vt:lpstr>
      <vt:lpstr>Cloud privé </vt:lpstr>
      <vt:lpstr>Cloud Privé</vt:lpstr>
      <vt:lpstr>Cloud Privé</vt:lpstr>
      <vt:lpstr>Cloud Privé - interne</vt:lpstr>
      <vt:lpstr>Cloud Privé - externe</vt:lpstr>
      <vt:lpstr>Cloud communautaire </vt:lpstr>
      <vt:lpstr>Cloud communautaire</vt:lpstr>
      <vt:lpstr>Cloud communautaire</vt:lpstr>
      <vt:lpstr>Cloud hybride </vt:lpstr>
      <vt:lpstr>Cloud Hybride</vt:lpstr>
      <vt:lpstr>Cloud Hybride</vt:lpstr>
      <vt:lpstr>Modèles de déploiement des services de cloud</vt:lpstr>
      <vt:lpstr>Architecture conceptuelle de référence</vt:lpstr>
      <vt:lpstr>Cloud - Architecture de référence</vt:lpstr>
      <vt:lpstr>Acteurs du modèle Archi. réf</vt:lpstr>
      <vt:lpstr>Relation entre les Acteurs du modèle</vt:lpstr>
      <vt:lpstr>Scénario d’utilisation 1</vt:lpstr>
      <vt:lpstr>Scénario d’utilisation 2</vt:lpstr>
      <vt:lpstr>Scénario d’utilisation 3</vt:lpstr>
      <vt:lpstr>Cloud Référence Architecture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Racha HACHEM</dc:creator>
  <dc:description/>
  <cp:lastModifiedBy>Houcine  HAMANA</cp:lastModifiedBy>
  <cp:revision>33</cp:revision>
  <dcterms:created xsi:type="dcterms:W3CDTF">2025-01-24T08:49:55Z</dcterms:created>
  <dcterms:modified xsi:type="dcterms:W3CDTF">2026-06-09T14:50:24Z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14</vt:i4>
  </property>
</Properties>
</file>