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omments/modernComment_10F_0.xml" ContentType="application/vnd.ms-powerpoint.comments+xml"/>
  <Override PartName="/ppt/comments/modernComment_111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74" r:id="rId3"/>
    <p:sldMasterId id="2147483678" r:id="rId4"/>
    <p:sldMasterId id="2147483680" r:id="rId5"/>
    <p:sldMasterId id="2147483688" r:id="rId6"/>
    <p:sldMasterId id="2147483690" r:id="rId7"/>
    <p:sldMasterId id="2147483692" r:id="rId8"/>
  </p:sldMasterIdLst>
  <p:notesMasterIdLst>
    <p:notesMasterId r:id="rId3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x="12192000" cy="6858000"/>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FD55D9-BF5E-0981-4E1C-2FFAB4620FA7}" name="Houcine  HAMANA" initials="HH" userId="S::h.hamana@caplogy.com::9304277f-9594-439f-8eb5-f5aaa7e26c2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3D55DC-0B46-4420-AE9F-CEA409F40F3A}" v="1" dt="2026-06-09T11:35:18.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28"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microsoft.com/office/2016/11/relationships/changesInfo" Target="changesInfos/changesInfo1.xml"/><Relationship Id="rId21" Type="http://schemas.openxmlformats.org/officeDocument/2006/relationships/slide" Target="slides/slide13.xml"/><Relationship Id="rId34"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ucine  HAMANA" userId="9304277f-9594-439f-8eb5-f5aaa7e26c23" providerId="ADAL" clId="{A18C5F31-D356-4661-AA3F-97A63CE1A673}"/>
    <pc:docChg chg="undo custSel modSld delMainMaster">
      <pc:chgData name="Houcine  HAMANA" userId="9304277f-9594-439f-8eb5-f5aaa7e26c23" providerId="ADAL" clId="{A18C5F31-D356-4661-AA3F-97A63CE1A673}" dt="2026-06-09T11:36:43.309" v="41" actId="12"/>
      <pc:docMkLst>
        <pc:docMk/>
      </pc:docMkLst>
      <pc:sldChg chg="modSp mod">
        <pc:chgData name="Houcine  HAMANA" userId="9304277f-9594-439f-8eb5-f5aaa7e26c23" providerId="ADAL" clId="{A18C5F31-D356-4661-AA3F-97A63CE1A673}" dt="2026-06-09T11:11:28.415" v="3" actId="20577"/>
        <pc:sldMkLst>
          <pc:docMk/>
          <pc:sldMk cId="0" sldId="257"/>
        </pc:sldMkLst>
        <pc:spChg chg="mod">
          <ac:chgData name="Houcine  HAMANA" userId="9304277f-9594-439f-8eb5-f5aaa7e26c23" providerId="ADAL" clId="{A18C5F31-D356-4661-AA3F-97A63CE1A673}" dt="2026-06-09T11:11:28.415" v="3" actId="20577"/>
          <ac:spMkLst>
            <pc:docMk/>
            <pc:sldMk cId="0" sldId="257"/>
            <ac:spMk id="370" creationId="{00000000-0000-0000-0000-000000000000}"/>
          </ac:spMkLst>
        </pc:spChg>
      </pc:sldChg>
      <pc:sldChg chg="modSp mod">
        <pc:chgData name="Houcine  HAMANA" userId="9304277f-9594-439f-8eb5-f5aaa7e26c23" providerId="ADAL" clId="{A18C5F31-D356-4661-AA3F-97A63CE1A673}" dt="2026-06-09T11:16:30.259" v="7" actId="20577"/>
        <pc:sldMkLst>
          <pc:docMk/>
          <pc:sldMk cId="0" sldId="268"/>
        </pc:sldMkLst>
        <pc:spChg chg="mod">
          <ac:chgData name="Houcine  HAMANA" userId="9304277f-9594-439f-8eb5-f5aaa7e26c23" providerId="ADAL" clId="{A18C5F31-D356-4661-AA3F-97A63CE1A673}" dt="2026-06-09T11:16:30.259" v="7" actId="20577"/>
          <ac:spMkLst>
            <pc:docMk/>
            <pc:sldMk cId="0" sldId="268"/>
            <ac:spMk id="418" creationId="{00000000-0000-0000-0000-000000000000}"/>
          </ac:spMkLst>
        </pc:spChg>
      </pc:sldChg>
      <pc:sldChg chg="modSp mod">
        <pc:chgData name="Houcine  HAMANA" userId="9304277f-9594-439f-8eb5-f5aaa7e26c23" providerId="ADAL" clId="{A18C5F31-D356-4661-AA3F-97A63CE1A673}" dt="2026-06-09T11:16:52.901" v="8" actId="20577"/>
        <pc:sldMkLst>
          <pc:docMk/>
          <pc:sldMk cId="0" sldId="269"/>
        </pc:sldMkLst>
        <pc:spChg chg="mod">
          <ac:chgData name="Houcine  HAMANA" userId="9304277f-9594-439f-8eb5-f5aaa7e26c23" providerId="ADAL" clId="{A18C5F31-D356-4661-AA3F-97A63CE1A673}" dt="2026-06-09T11:16:52.901" v="8" actId="20577"/>
          <ac:spMkLst>
            <pc:docMk/>
            <pc:sldMk cId="0" sldId="269"/>
            <ac:spMk id="423" creationId="{00000000-0000-0000-0000-000000000000}"/>
          </ac:spMkLst>
        </pc:spChg>
      </pc:sldChg>
      <pc:sldChg chg="modSp mod">
        <pc:chgData name="Houcine  HAMANA" userId="9304277f-9594-439f-8eb5-f5aaa7e26c23" providerId="ADAL" clId="{A18C5F31-D356-4661-AA3F-97A63CE1A673}" dt="2026-06-09T11:22:49.824" v="9" actId="20577"/>
        <pc:sldMkLst>
          <pc:docMk/>
          <pc:sldMk cId="0" sldId="271"/>
        </pc:sldMkLst>
        <pc:spChg chg="mod">
          <ac:chgData name="Houcine  HAMANA" userId="9304277f-9594-439f-8eb5-f5aaa7e26c23" providerId="ADAL" clId="{A18C5F31-D356-4661-AA3F-97A63CE1A673}" dt="2026-06-09T11:22:49.824" v="9" actId="20577"/>
          <ac:spMkLst>
            <pc:docMk/>
            <pc:sldMk cId="0" sldId="271"/>
            <ac:spMk id="431" creationId="{00000000-0000-0000-0000-000000000000}"/>
          </ac:spMkLst>
        </pc:spChg>
      </pc:sldChg>
      <pc:sldChg chg="modSp mod">
        <pc:chgData name="Houcine  HAMANA" userId="9304277f-9594-439f-8eb5-f5aaa7e26c23" providerId="ADAL" clId="{A18C5F31-D356-4661-AA3F-97A63CE1A673}" dt="2026-06-09T11:36:43.309" v="41" actId="12"/>
        <pc:sldMkLst>
          <pc:docMk/>
          <pc:sldMk cId="0" sldId="273"/>
        </pc:sldMkLst>
        <pc:spChg chg="mod">
          <ac:chgData name="Houcine  HAMANA" userId="9304277f-9594-439f-8eb5-f5aaa7e26c23" providerId="ADAL" clId="{A18C5F31-D356-4661-AA3F-97A63CE1A673}" dt="2026-06-09T11:36:43.309" v="41" actId="12"/>
          <ac:spMkLst>
            <pc:docMk/>
            <pc:sldMk cId="0" sldId="273"/>
            <ac:spMk id="439" creationId="{00000000-0000-0000-0000-000000000000}"/>
          </ac:spMkLst>
        </pc:spChg>
      </pc:sldChg>
      <pc:sldMasterChg chg="del delSldLayout">
        <pc:chgData name="Houcine  HAMANA" userId="9304277f-9594-439f-8eb5-f5aaa7e26c23" providerId="ADAL" clId="{A18C5F31-D356-4661-AA3F-97A63CE1A673}" dt="2026-06-09T11:11:30.024" v="4"/>
        <pc:sldMasterMkLst>
          <pc:docMk/>
          <pc:sldMasterMk cId="0" sldId="2147483650"/>
        </pc:sldMasterMkLst>
        <pc:sldLayoutChg chg="del">
          <pc:chgData name="Houcine  HAMANA" userId="9304277f-9594-439f-8eb5-f5aaa7e26c23" providerId="ADAL" clId="{A18C5F31-D356-4661-AA3F-97A63CE1A673}" dt="2026-06-09T11:11:30.024" v="4"/>
          <pc:sldLayoutMkLst>
            <pc:docMk/>
            <pc:sldMasterMk cId="0" sldId="2147483650"/>
            <pc:sldLayoutMk cId="0" sldId="2147483651"/>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52"/>
        </pc:sldMasterMkLst>
        <pc:sldLayoutChg chg="del">
          <pc:chgData name="Houcine  HAMANA" userId="9304277f-9594-439f-8eb5-f5aaa7e26c23" providerId="ADAL" clId="{A18C5F31-D356-4661-AA3F-97A63CE1A673}" dt="2026-06-09T11:11:30.024" v="4"/>
          <pc:sldLayoutMkLst>
            <pc:docMk/>
            <pc:sldMasterMk cId="0" sldId="2147483652"/>
            <pc:sldLayoutMk cId="0" sldId="2147483653"/>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54"/>
        </pc:sldMasterMkLst>
        <pc:sldLayoutChg chg="del">
          <pc:chgData name="Houcine  HAMANA" userId="9304277f-9594-439f-8eb5-f5aaa7e26c23" providerId="ADAL" clId="{A18C5F31-D356-4661-AA3F-97A63CE1A673}" dt="2026-06-09T11:11:30.024" v="4"/>
          <pc:sldLayoutMkLst>
            <pc:docMk/>
            <pc:sldMasterMk cId="0" sldId="2147483654"/>
            <pc:sldLayoutMk cId="0" sldId="2147483655"/>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56"/>
        </pc:sldMasterMkLst>
        <pc:sldLayoutChg chg="del">
          <pc:chgData name="Houcine  HAMANA" userId="9304277f-9594-439f-8eb5-f5aaa7e26c23" providerId="ADAL" clId="{A18C5F31-D356-4661-AA3F-97A63CE1A673}" dt="2026-06-09T11:11:30.024" v="4"/>
          <pc:sldLayoutMkLst>
            <pc:docMk/>
            <pc:sldMasterMk cId="0" sldId="2147483656"/>
            <pc:sldLayoutMk cId="0" sldId="2147483657"/>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58"/>
        </pc:sldMasterMkLst>
        <pc:sldLayoutChg chg="del">
          <pc:chgData name="Houcine  HAMANA" userId="9304277f-9594-439f-8eb5-f5aaa7e26c23" providerId="ADAL" clId="{A18C5F31-D356-4661-AA3F-97A63CE1A673}" dt="2026-06-09T11:11:30.024" v="4"/>
          <pc:sldLayoutMkLst>
            <pc:docMk/>
            <pc:sldMasterMk cId="0" sldId="2147483658"/>
            <pc:sldLayoutMk cId="0" sldId="2147483659"/>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60"/>
        </pc:sldMasterMkLst>
        <pc:sldLayoutChg chg="del">
          <pc:chgData name="Houcine  HAMANA" userId="9304277f-9594-439f-8eb5-f5aaa7e26c23" providerId="ADAL" clId="{A18C5F31-D356-4661-AA3F-97A63CE1A673}" dt="2026-06-09T11:11:30.024" v="4"/>
          <pc:sldLayoutMkLst>
            <pc:docMk/>
            <pc:sldMasterMk cId="0" sldId="2147483660"/>
            <pc:sldLayoutMk cId="0" sldId="2147483661"/>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62"/>
        </pc:sldMasterMkLst>
        <pc:sldLayoutChg chg="del">
          <pc:chgData name="Houcine  HAMANA" userId="9304277f-9594-439f-8eb5-f5aaa7e26c23" providerId="ADAL" clId="{A18C5F31-D356-4661-AA3F-97A63CE1A673}" dt="2026-06-09T11:11:30.024" v="4"/>
          <pc:sldLayoutMkLst>
            <pc:docMk/>
            <pc:sldMasterMk cId="0" sldId="2147483662"/>
            <pc:sldLayoutMk cId="0" sldId="2147483663"/>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64"/>
        </pc:sldMasterMkLst>
        <pc:sldLayoutChg chg="del">
          <pc:chgData name="Houcine  HAMANA" userId="9304277f-9594-439f-8eb5-f5aaa7e26c23" providerId="ADAL" clId="{A18C5F31-D356-4661-AA3F-97A63CE1A673}" dt="2026-06-09T11:11:30.024" v="4"/>
          <pc:sldLayoutMkLst>
            <pc:docMk/>
            <pc:sldMasterMk cId="0" sldId="2147483664"/>
            <pc:sldLayoutMk cId="0" sldId="2147483665"/>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66"/>
        </pc:sldMasterMkLst>
        <pc:sldLayoutChg chg="del">
          <pc:chgData name="Houcine  HAMANA" userId="9304277f-9594-439f-8eb5-f5aaa7e26c23" providerId="ADAL" clId="{A18C5F31-D356-4661-AA3F-97A63CE1A673}" dt="2026-06-09T11:11:30.024" v="4"/>
          <pc:sldLayoutMkLst>
            <pc:docMk/>
            <pc:sldMasterMk cId="0" sldId="2147483666"/>
            <pc:sldLayoutMk cId="0" sldId="2147483667"/>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68"/>
        </pc:sldMasterMkLst>
        <pc:sldLayoutChg chg="del">
          <pc:chgData name="Houcine  HAMANA" userId="9304277f-9594-439f-8eb5-f5aaa7e26c23" providerId="ADAL" clId="{A18C5F31-D356-4661-AA3F-97A63CE1A673}" dt="2026-06-09T11:11:30.024" v="4"/>
          <pc:sldLayoutMkLst>
            <pc:docMk/>
            <pc:sldMasterMk cId="0" sldId="2147483668"/>
            <pc:sldLayoutMk cId="0" sldId="2147483669"/>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70"/>
        </pc:sldMasterMkLst>
        <pc:sldLayoutChg chg="del">
          <pc:chgData name="Houcine  HAMANA" userId="9304277f-9594-439f-8eb5-f5aaa7e26c23" providerId="ADAL" clId="{A18C5F31-D356-4661-AA3F-97A63CE1A673}" dt="2026-06-09T11:11:30.024" v="4"/>
          <pc:sldLayoutMkLst>
            <pc:docMk/>
            <pc:sldMasterMk cId="0" sldId="2147483670"/>
            <pc:sldLayoutMk cId="0" sldId="2147483671"/>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76"/>
        </pc:sldMasterMkLst>
        <pc:sldLayoutChg chg="del">
          <pc:chgData name="Houcine  HAMANA" userId="9304277f-9594-439f-8eb5-f5aaa7e26c23" providerId="ADAL" clId="{A18C5F31-D356-4661-AA3F-97A63CE1A673}" dt="2026-06-09T11:11:30.024" v="4"/>
          <pc:sldLayoutMkLst>
            <pc:docMk/>
            <pc:sldMasterMk cId="0" sldId="2147483676"/>
            <pc:sldLayoutMk cId="0" sldId="2147483677"/>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82"/>
        </pc:sldMasterMkLst>
        <pc:sldLayoutChg chg="del">
          <pc:chgData name="Houcine  HAMANA" userId="9304277f-9594-439f-8eb5-f5aaa7e26c23" providerId="ADAL" clId="{A18C5F31-D356-4661-AA3F-97A63CE1A673}" dt="2026-06-09T11:11:30.024" v="4"/>
          <pc:sldLayoutMkLst>
            <pc:docMk/>
            <pc:sldMasterMk cId="0" sldId="2147483682"/>
            <pc:sldLayoutMk cId="0" sldId="2147483683"/>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84"/>
        </pc:sldMasterMkLst>
        <pc:sldLayoutChg chg="del">
          <pc:chgData name="Houcine  HAMANA" userId="9304277f-9594-439f-8eb5-f5aaa7e26c23" providerId="ADAL" clId="{A18C5F31-D356-4661-AA3F-97A63CE1A673}" dt="2026-06-09T11:11:30.024" v="4"/>
          <pc:sldLayoutMkLst>
            <pc:docMk/>
            <pc:sldMasterMk cId="0" sldId="2147483684"/>
            <pc:sldLayoutMk cId="0" sldId="2147483685"/>
          </pc:sldLayoutMkLst>
        </pc:sldLayoutChg>
      </pc:sldMasterChg>
      <pc:sldMasterChg chg="del delSldLayout">
        <pc:chgData name="Houcine  HAMANA" userId="9304277f-9594-439f-8eb5-f5aaa7e26c23" providerId="ADAL" clId="{A18C5F31-D356-4661-AA3F-97A63CE1A673}" dt="2026-06-09T11:11:30.024" v="4"/>
        <pc:sldMasterMkLst>
          <pc:docMk/>
          <pc:sldMasterMk cId="0" sldId="2147483686"/>
        </pc:sldMasterMkLst>
        <pc:sldLayoutChg chg="del">
          <pc:chgData name="Houcine  HAMANA" userId="9304277f-9594-439f-8eb5-f5aaa7e26c23" providerId="ADAL" clId="{A18C5F31-D356-4661-AA3F-97A63CE1A673}" dt="2026-06-09T11:11:30.024" v="4"/>
          <pc:sldLayoutMkLst>
            <pc:docMk/>
            <pc:sldMasterMk cId="0" sldId="2147483686"/>
            <pc:sldLayoutMk cId="0" sldId="2147483687"/>
          </pc:sldLayoutMkLst>
        </pc:sldLayoutChg>
      </pc:sldMasterChg>
    </pc:docChg>
  </pc:docChgLst>
</pc:chgInfo>
</file>

<file path=ppt/comments/modernComment_10F_0.xml><?xml version="1.0" encoding="utf-8"?>
<p188:cmLst xmlns:a="http://schemas.openxmlformats.org/drawingml/2006/main" xmlns:r="http://schemas.openxmlformats.org/officeDocument/2006/relationships" xmlns:p188="http://schemas.microsoft.com/office/powerpoint/2018/8/main">
  <p188:cm id="{735AAD03-361E-42AA-94D3-64B9783C550A}" authorId="{BFFD55D9-BF5E-0981-4E1C-2FFAB4620FA7}" created="2026-06-09T11:26:17.699">
    <ac:deMkLst xmlns:ac="http://schemas.microsoft.com/office/drawing/2013/main/command">
      <pc:docMk xmlns:pc="http://schemas.microsoft.com/office/powerpoint/2013/main/command"/>
      <pc:sldMk xmlns:pc="http://schemas.microsoft.com/office/powerpoint/2013/main/command" cId="0" sldId="271"/>
      <ac:spMk id="431" creationId="{00000000-0000-0000-0000-000000000000}"/>
    </ac:deMkLst>
    <p188:txBody>
      <a:bodyPr/>
      <a:lstStyle/>
      <a:p>
        <a:r>
          <a:rPr lang="fr-FR"/>
          <a:t>L’agrégation de serveurs consiste à regrouper plusieurs serveurs physiques individuels (des machines distinctes) pour qu’ils fonctionnent ensemble comme s'ils ne formaient qu'un seul et unique ordinateur géant et ultra-puissant.
Dans un centre de données (Data Center) de fournisseurs Cloud comme AWS, Microsoft Azure ou Google Cloud, il n'y a pas un seul ordinateur magique. Il y a des milliers de serveurs alignés dans des baies (des armoires). Grâce à des logiciels de virtualisation et de gestion de réseau, le Cloud "fusionne" la puissance de toutes ces machines.</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D72FB28B-733D-43F0-A6F8-E7DDDD918273}" authorId="{BFFD55D9-BF5E-0981-4E1C-2FFAB4620FA7}" created="2026-06-09T11:34:31.421">
    <ac:deMkLst xmlns:ac="http://schemas.microsoft.com/office/drawing/2013/main/command">
      <pc:docMk xmlns:pc="http://schemas.microsoft.com/office/powerpoint/2013/main/command"/>
      <pc:sldMk xmlns:pc="http://schemas.microsoft.com/office/powerpoint/2013/main/command" cId="0" sldId="273"/>
      <ac:spMk id="439" creationId="{00000000-0000-0000-0000-000000000000}"/>
    </ac:deMkLst>
    <p188:txBody>
      <a:bodyPr/>
      <a:lstStyle/>
      <a:p>
        <a:r>
          <a:rPr lang="fr-FR"/>
          <a:t>(Resource Pooling) : Le fournisseur de Cloud (ex: AWS, Azure) possède un immense réservoir de serveurs, de mémoire et de stockage. Il met tout ça "dans le même pot". Les différents clients du Cloud viennent piocher dans ce pot commun en fonction de leurs besoins, sans savoir exactement sur quelle machine physique leurs données tournent.
Élasticité rapide &amp; Montée en charge (Scalability) : C'est la capacité du système à s'adapter automatiquement et en quelques secondes à la demande.
Exemple concret : Tu lances une application de streaming. À 20h, tout le monde se connecte (grosse montée en charge). Grâce à l'élasticité rapide, le Cloud détecte le trafic et alloue instantanément 50 serveurs de plus sortis du "pot commun". À minuit, les gens dorment, le Cloud retire ces serveurs.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2CCC3A50-A072-4D30-9906-7B977B09E3AB}" type="datetimeFigureOut">
              <a:rPr lang="fr-FR" smtClean="0"/>
              <a:t>10/06/2026</a:t>
            </a:fld>
            <a:endParaRPr lang="fr-FR"/>
          </a:p>
        </p:txBody>
      </p:sp>
      <p:sp>
        <p:nvSpPr>
          <p:cNvPr id="4" name="Espace réservé de l'image des diapositives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D7B1E30-B6A2-45CC-B9BA-90772202945E}" type="slidenum">
              <a:rPr lang="fr-FR" smtClean="0"/>
              <a:t>‹N°›</a:t>
            </a:fld>
            <a:endParaRPr lang="fr-FR"/>
          </a:p>
        </p:txBody>
      </p:sp>
    </p:spTree>
    <p:extLst>
      <p:ext uri="{BB962C8B-B14F-4D97-AF65-F5344CB8AC3E}">
        <p14:creationId xmlns:p14="http://schemas.microsoft.com/office/powerpoint/2010/main" val="778371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D7B1E30-B6A2-45CC-B9BA-90772202945E}" type="slidenum">
              <a:rPr lang="fr-FR" smtClean="0"/>
              <a:t>12</a:t>
            </a:fld>
            <a:endParaRPr lang="fr-FR"/>
          </a:p>
        </p:txBody>
      </p:sp>
    </p:spTree>
    <p:extLst>
      <p:ext uri="{BB962C8B-B14F-4D97-AF65-F5344CB8AC3E}">
        <p14:creationId xmlns:p14="http://schemas.microsoft.com/office/powerpoint/2010/main" val="3542823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iapositive de titre">
    <p:spTree>
      <p:nvGrpSpPr>
        <p:cNvPr id="1" name=""/>
        <p:cNvGrpSpPr/>
        <p:nvPr/>
      </p:nvGrpSpPr>
      <p:grpSpPr>
        <a:xfrm>
          <a:off x="0" y="0"/>
          <a:ext cx="0" cy="0"/>
          <a:chOff x="0" y="0"/>
          <a:chExt cx="0" cy="0"/>
        </a:xfrm>
      </p:grpSpPr>
      <p:sp>
        <p:nvSpPr>
          <p:cNvPr id="2" name="PlaceHolder 1"/>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isposition des questions">
    <p:spTree>
      <p:nvGrpSpPr>
        <p:cNvPr id="1" name=""/>
        <p:cNvGrpSpPr/>
        <p:nvPr/>
      </p:nvGrpSpPr>
      <p:grpSpPr>
        <a:xfrm>
          <a:off x="0" y="0"/>
          <a:ext cx="0" cy="0"/>
          <a:chOff x="0" y="0"/>
          <a:chExt cx="0" cy="0"/>
        </a:xfrm>
      </p:grpSpPr>
      <p:sp>
        <p:nvSpPr>
          <p:cNvPr id="2" name="PlaceHolder 1"/>
          <p:cNvSpPr>
            <a:spLocks noGrp="1"/>
          </p:cNvSpPr>
          <p:nvPr>
            <p:ph type="sldNum" idx="24"/>
          </p:nvPr>
        </p:nvSpPr>
        <p:spPr/>
        <p:txBody>
          <a:bodyPr/>
          <a:lstStyle/>
          <a:p>
            <a:fld id="{2FDF53F3-44BF-4C2B-917C-3222291BD73D}" type="slidenum">
              <a:t>‹N°›</a:t>
            </a:fld>
            <a:endParaRPr/>
          </a:p>
        </p:txBody>
      </p:sp>
      <p:sp>
        <p:nvSpPr>
          <p:cNvPr id="3" name="PlaceHolder 2"/>
          <p:cNvSpPr>
            <a:spLocks noGrp="1"/>
          </p:cNvSpPr>
          <p:nvPr>
            <p:ph type="dt" idx="25"/>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bjectif du cours">
    <p:spTree>
      <p:nvGrpSpPr>
        <p:cNvPr id="1" name=""/>
        <p:cNvGrpSpPr/>
        <p:nvPr/>
      </p:nvGrpSpPr>
      <p:grpSpPr>
        <a:xfrm>
          <a:off x="0" y="0"/>
          <a:ext cx="0" cy="0"/>
          <a:chOff x="0" y="0"/>
          <a:chExt cx="0" cy="0"/>
        </a:xfrm>
      </p:grpSpPr>
      <p:sp>
        <p:nvSpPr>
          <p:cNvPr id="2" name="PlaceHolder 1"/>
          <p:cNvSpPr>
            <a:spLocks noGrp="1"/>
          </p:cNvSpPr>
          <p:nvPr>
            <p:ph type="sldNum" idx="26"/>
          </p:nvPr>
        </p:nvSpPr>
        <p:spPr/>
        <p:txBody>
          <a:bodyPr/>
          <a:lstStyle/>
          <a:p>
            <a:fld id="{8CC26D35-0C67-4C1D-9015-FE07BB3120F5}" type="slidenum">
              <a:t>‹N°›</a:t>
            </a:fld>
            <a:endParaRPr/>
          </a:p>
        </p:txBody>
      </p:sp>
      <p:sp>
        <p:nvSpPr>
          <p:cNvPr id="3" name="PlaceHolder 2"/>
          <p:cNvSpPr>
            <a:spLocks noGrp="1"/>
          </p:cNvSpPr>
          <p:nvPr>
            <p:ph type="dt" idx="2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re de section">
    <p:spTree>
      <p:nvGrpSpPr>
        <p:cNvPr id="1" name=""/>
        <p:cNvGrpSpPr/>
        <p:nvPr/>
      </p:nvGrpSpPr>
      <p:grpSpPr>
        <a:xfrm>
          <a:off x="0" y="0"/>
          <a:ext cx="0" cy="0"/>
          <a:chOff x="0" y="0"/>
          <a:chExt cx="0" cy="0"/>
        </a:xfrm>
      </p:grpSpPr>
      <p:sp>
        <p:nvSpPr>
          <p:cNvPr id="2" name="PlaceHolder 1"/>
          <p:cNvSpPr>
            <a:spLocks noGrp="1"/>
          </p:cNvSpPr>
          <p:nvPr>
            <p:ph type="sldNum" idx="30"/>
          </p:nvPr>
        </p:nvSpPr>
        <p:spPr/>
        <p:txBody>
          <a:bodyPr/>
          <a:lstStyle/>
          <a:p>
            <a:fld id="{73FC5262-B688-4250-9332-434570A9871E}" type="slidenum">
              <a:t>‹N°›</a:t>
            </a:fld>
            <a:endParaRPr/>
          </a:p>
        </p:txBody>
      </p:sp>
      <p:sp>
        <p:nvSpPr>
          <p:cNvPr id="3" name="PlaceHolder 2"/>
          <p:cNvSpPr>
            <a:spLocks noGrp="1"/>
          </p:cNvSpPr>
          <p:nvPr>
            <p:ph type="dt" idx="3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re et contenu">
    <p:spTree>
      <p:nvGrpSpPr>
        <p:cNvPr id="1" name=""/>
        <p:cNvGrpSpPr/>
        <p:nvPr/>
      </p:nvGrpSpPr>
      <p:grpSpPr>
        <a:xfrm>
          <a:off x="0" y="0"/>
          <a:ext cx="0" cy="0"/>
          <a:chOff x="0" y="0"/>
          <a:chExt cx="0" cy="0"/>
        </a:xfrm>
      </p:grpSpPr>
      <p:sp>
        <p:nvSpPr>
          <p:cNvPr id="2" name="PlaceHolder 1"/>
          <p:cNvSpPr>
            <a:spLocks noGrp="1"/>
          </p:cNvSpPr>
          <p:nvPr>
            <p:ph type="sldNum" idx="32"/>
          </p:nvPr>
        </p:nvSpPr>
        <p:spPr/>
        <p:txBody>
          <a:bodyPr/>
          <a:lstStyle/>
          <a:p>
            <a:fld id="{8DD9D0B7-D38D-4F6F-BD85-175C021150CF}" type="slidenum">
              <a:t>‹N°›</a:t>
            </a:fld>
            <a:endParaRPr/>
          </a:p>
        </p:txBody>
      </p:sp>
      <p:sp>
        <p:nvSpPr>
          <p:cNvPr id="3" name="PlaceHolder 2"/>
          <p:cNvSpPr>
            <a:spLocks noGrp="1"/>
          </p:cNvSpPr>
          <p:nvPr>
            <p:ph type="dt" idx="3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re de section_">
    <p:spTree>
      <p:nvGrpSpPr>
        <p:cNvPr id="1" name=""/>
        <p:cNvGrpSpPr/>
        <p:nvPr/>
      </p:nvGrpSpPr>
      <p:grpSpPr>
        <a:xfrm>
          <a:off x="0" y="0"/>
          <a:ext cx="0" cy="0"/>
          <a:chOff x="0" y="0"/>
          <a:chExt cx="0" cy="0"/>
        </a:xfrm>
      </p:grpSpPr>
      <p:sp>
        <p:nvSpPr>
          <p:cNvPr id="2" name="PlaceHolder 1"/>
          <p:cNvSpPr>
            <a:spLocks noGrp="1"/>
          </p:cNvSpPr>
          <p:nvPr>
            <p:ph type="sldNum" idx="40"/>
          </p:nvPr>
        </p:nvSpPr>
        <p:spPr/>
        <p:txBody>
          <a:bodyPr/>
          <a:lstStyle/>
          <a:p>
            <a:fld id="{04C8CA4B-44B7-4C47-8557-1586058D9584}" type="slidenum">
              <a:t>‹N°›</a:t>
            </a:fld>
            <a:endParaRPr/>
          </a:p>
        </p:txBody>
      </p:sp>
      <p:sp>
        <p:nvSpPr>
          <p:cNvPr id="3" name="PlaceHolder 2"/>
          <p:cNvSpPr>
            <a:spLocks noGrp="1"/>
          </p:cNvSpPr>
          <p:nvPr>
            <p:ph type="dt" idx="4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re de section__">
    <p:spTree>
      <p:nvGrpSpPr>
        <p:cNvPr id="1" name=""/>
        <p:cNvGrpSpPr/>
        <p:nvPr/>
      </p:nvGrpSpPr>
      <p:grpSpPr>
        <a:xfrm>
          <a:off x="0" y="0"/>
          <a:ext cx="0" cy="0"/>
          <a:chOff x="0" y="0"/>
          <a:chExt cx="0" cy="0"/>
        </a:xfrm>
      </p:grpSpPr>
      <p:sp>
        <p:nvSpPr>
          <p:cNvPr id="2" name="PlaceHolder 1"/>
          <p:cNvSpPr>
            <a:spLocks noGrp="1"/>
          </p:cNvSpPr>
          <p:nvPr>
            <p:ph type="sldNum" idx="42"/>
          </p:nvPr>
        </p:nvSpPr>
        <p:spPr/>
        <p:txBody>
          <a:bodyPr/>
          <a:lstStyle/>
          <a:p>
            <a:fld id="{7D935B7C-6550-4854-A17D-E7F19038D65C}" type="slidenum">
              <a:t>‹N°›</a:t>
            </a:fld>
            <a:endParaRPr/>
          </a:p>
        </p:txBody>
      </p:sp>
      <p:sp>
        <p:nvSpPr>
          <p:cNvPr id="3" name="PlaceHolder 2"/>
          <p:cNvSpPr>
            <a:spLocks noGrp="1"/>
          </p:cNvSpPr>
          <p:nvPr>
            <p:ph type="dt" idx="4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re et contenu_">
    <p:spTree>
      <p:nvGrpSpPr>
        <p:cNvPr id="1" name=""/>
        <p:cNvGrpSpPr/>
        <p:nvPr/>
      </p:nvGrpSpPr>
      <p:grpSpPr>
        <a:xfrm>
          <a:off x="0" y="0"/>
          <a:ext cx="0" cy="0"/>
          <a:chOff x="0" y="0"/>
          <a:chExt cx="0" cy="0"/>
        </a:xfrm>
      </p:grpSpPr>
      <p:sp>
        <p:nvSpPr>
          <p:cNvPr id="2" name="PlaceHolder 1"/>
          <p:cNvSpPr>
            <a:spLocks noGrp="1"/>
          </p:cNvSpPr>
          <p:nvPr>
            <p:ph type="sldNum" idx="44"/>
          </p:nvPr>
        </p:nvSpPr>
        <p:spPr/>
        <p:txBody>
          <a:bodyPr/>
          <a:lstStyle/>
          <a:p>
            <a:fld id="{CC7140E1-D551-4A0C-87CB-159A3DA63A0C}" type="slidenum">
              <a:t>‹N°›</a:t>
            </a:fld>
            <a:endParaRPr/>
          </a:p>
        </p:txBody>
      </p:sp>
      <p:sp>
        <p:nvSpPr>
          <p:cNvPr id="3" name="PlaceHolder 2"/>
          <p:cNvSpPr>
            <a:spLocks noGrp="1"/>
          </p:cNvSpPr>
          <p:nvPr>
            <p:ph type="dt" idx="4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EDEE6">
            <a:alpha val="34000"/>
          </a:srgbClr>
        </a:solidFill>
        <a:effectLst/>
      </p:bgPr>
    </p:bg>
    <p:spTree>
      <p:nvGrpSpPr>
        <p:cNvPr id="1" name=""/>
        <p:cNvGrpSpPr/>
        <p:nvPr/>
      </p:nvGrpSpPr>
      <p:grpSpPr>
        <a:xfrm>
          <a:off x="0" y="0"/>
          <a:ext cx="0" cy="0"/>
          <a:chOff x="0" y="0"/>
          <a:chExt cx="0" cy="0"/>
        </a:xfrm>
      </p:grpSpPr>
      <p:sp>
        <p:nvSpPr>
          <p:cNvPr id="19"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20"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2" name="Groupe 11"/>
          <p:cNvGrpSpPr/>
          <p:nvPr/>
        </p:nvGrpSpPr>
        <p:grpSpPr>
          <a:xfrm>
            <a:off x="871560" y="203040"/>
            <a:ext cx="10449000" cy="262800"/>
            <a:chOff x="871560" y="203040"/>
            <a:chExt cx="10449000" cy="262800"/>
          </a:xfrm>
        </p:grpSpPr>
        <p:cxnSp>
          <p:nvCxnSpPr>
            <p:cNvPr id="3" name="Connecteur droit 12"/>
            <p:cNvCxnSpPr/>
            <p:nvPr/>
          </p:nvCxnSpPr>
          <p:spPr>
            <a:xfrm>
              <a:off x="871560" y="334800"/>
              <a:ext cx="1519200" cy="720"/>
            </a:xfrm>
            <a:prstGeom prst="straightConnector1">
              <a:avLst/>
            </a:prstGeom>
            <a:ln w="127000">
              <a:solidFill>
                <a:srgbClr val="71D2E3"/>
              </a:solidFill>
              <a:round/>
            </a:ln>
          </p:spPr>
        </p:cxnSp>
        <p:cxnSp>
          <p:nvCxnSpPr>
            <p:cNvPr id="4" name="Connecteur droit 13"/>
            <p:cNvCxnSpPr/>
            <p:nvPr/>
          </p:nvCxnSpPr>
          <p:spPr>
            <a:xfrm>
              <a:off x="2390040" y="336240"/>
              <a:ext cx="1518840" cy="720"/>
            </a:xfrm>
            <a:prstGeom prst="straightConnector1">
              <a:avLst/>
            </a:prstGeom>
            <a:ln w="127000">
              <a:solidFill>
                <a:srgbClr val="5B5B79"/>
              </a:solidFill>
              <a:round/>
            </a:ln>
          </p:spPr>
        </p:cxnSp>
        <p:cxnSp>
          <p:nvCxnSpPr>
            <p:cNvPr id="5" name="Connecteur droit 14"/>
            <p:cNvCxnSpPr/>
            <p:nvPr/>
          </p:nvCxnSpPr>
          <p:spPr>
            <a:xfrm>
              <a:off x="3899880" y="334800"/>
              <a:ext cx="3710880" cy="720"/>
            </a:xfrm>
            <a:prstGeom prst="straightConnector1">
              <a:avLst/>
            </a:prstGeom>
            <a:ln w="127000">
              <a:solidFill>
                <a:srgbClr val="71D2E3"/>
              </a:solidFill>
              <a:round/>
            </a:ln>
          </p:spPr>
        </p:cxnSp>
        <p:cxnSp>
          <p:nvCxnSpPr>
            <p:cNvPr id="6" name="Connecteur droit 15"/>
            <p:cNvCxnSpPr/>
            <p:nvPr/>
          </p:nvCxnSpPr>
          <p:spPr>
            <a:xfrm>
              <a:off x="7610040" y="334800"/>
              <a:ext cx="3710880" cy="720"/>
            </a:xfrm>
            <a:prstGeom prst="straightConnector1">
              <a:avLst/>
            </a:prstGeom>
            <a:ln w="127000">
              <a:solidFill>
                <a:srgbClr val="5B5B79"/>
              </a:solidFill>
              <a:round/>
            </a:ln>
          </p:spPr>
        </p:cxnSp>
        <p:sp>
          <p:nvSpPr>
            <p:cNvPr id="7"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8"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9"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pic>
        <p:nvPicPr>
          <p:cNvPr id="10" name="Picture 2" descr="Home | Caplogy"/>
          <p:cNvPicPr/>
          <p:nvPr/>
        </p:nvPicPr>
        <p:blipFill>
          <a:blip r:embed="rId3"/>
          <a:srcRect r="62886"/>
          <a:stretch/>
        </p:blipFill>
        <p:spPr>
          <a:xfrm>
            <a:off x="132480" y="6153840"/>
            <a:ext cx="524520" cy="762120"/>
          </a:xfrm>
          <a:prstGeom prst="rect">
            <a:avLst/>
          </a:prstGeom>
          <a:ln w="0">
            <a:noFill/>
          </a:ln>
        </p:spPr>
      </p:pic>
      <p:grpSp>
        <p:nvGrpSpPr>
          <p:cNvPr id="11" name="Groupe 29"/>
          <p:cNvGrpSpPr/>
          <p:nvPr/>
        </p:nvGrpSpPr>
        <p:grpSpPr>
          <a:xfrm>
            <a:off x="4115880" y="5576760"/>
            <a:ext cx="3960360" cy="305280"/>
            <a:chOff x="4115880" y="5576760"/>
            <a:chExt cx="3960360" cy="305280"/>
          </a:xfrm>
        </p:grpSpPr>
        <p:cxnSp>
          <p:nvCxnSpPr>
            <p:cNvPr id="12" name="Connecteur droit 24"/>
            <p:cNvCxnSpPr/>
            <p:nvPr/>
          </p:nvCxnSpPr>
          <p:spPr>
            <a:xfrm>
              <a:off x="4115880" y="5576760"/>
              <a:ext cx="3960720" cy="720"/>
            </a:xfrm>
            <a:prstGeom prst="straightConnector1">
              <a:avLst/>
            </a:prstGeom>
            <a:ln w="19050">
              <a:solidFill>
                <a:srgbClr val="5B5B79"/>
              </a:solidFill>
              <a:round/>
            </a:ln>
          </p:spPr>
        </p:cxnSp>
        <p:cxnSp>
          <p:nvCxnSpPr>
            <p:cNvPr id="13" name="Connecteur droit 25"/>
            <p:cNvCxnSpPr/>
            <p:nvPr/>
          </p:nvCxnSpPr>
          <p:spPr>
            <a:xfrm>
              <a:off x="4655880" y="5729400"/>
              <a:ext cx="2880720" cy="720"/>
            </a:xfrm>
            <a:prstGeom prst="straightConnector1">
              <a:avLst/>
            </a:prstGeom>
            <a:ln w="19050">
              <a:solidFill>
                <a:srgbClr val="71D2E3"/>
              </a:solidFill>
              <a:round/>
            </a:ln>
          </p:spPr>
        </p:cxnSp>
        <p:cxnSp>
          <p:nvCxnSpPr>
            <p:cNvPr id="14" name="Connecteur droit 28"/>
            <p:cNvCxnSpPr/>
            <p:nvPr/>
          </p:nvCxnSpPr>
          <p:spPr>
            <a:xfrm>
              <a:off x="5195880" y="5881680"/>
              <a:ext cx="1800720" cy="720"/>
            </a:xfrm>
            <a:prstGeom prst="straightConnector1">
              <a:avLst/>
            </a:prstGeom>
            <a:ln w="19050">
              <a:solidFill>
                <a:srgbClr val="5B5B79"/>
              </a:solidFill>
              <a:round/>
            </a:ln>
          </p:spPr>
        </p:cxnSp>
      </p:grpSp>
      <p:sp>
        <p:nvSpPr>
          <p:cNvPr id="15" name="Rectangle 4"/>
          <p:cNvSpPr/>
          <p:nvPr/>
        </p:nvSpPr>
        <p:spPr>
          <a:xfrm>
            <a:off x="1523880" y="1402560"/>
            <a:ext cx="9143280" cy="2386800"/>
          </a:xfrm>
          <a:prstGeom prst="rect">
            <a:avLst/>
          </a:prstGeom>
          <a:noFill/>
          <a:ln w="9525">
            <a:solidFill>
              <a:srgbClr val="A9A9B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16" name="PlaceHolder 1"/>
          <p:cNvSpPr>
            <a:spLocks noGrp="1"/>
          </p:cNvSpPr>
          <p:nvPr>
            <p:ph type="dt" idx="1"/>
          </p:nvPr>
        </p:nvSpPr>
        <p:spPr>
          <a:xfrm>
            <a:off x="838080" y="6352560"/>
            <a:ext cx="54504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17"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1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EDEE6">
            <a:alpha val="34000"/>
          </a:srgbClr>
        </a:solidFill>
        <a:effectLst/>
      </p:bgPr>
    </p:bg>
    <p:spTree>
      <p:nvGrpSpPr>
        <p:cNvPr id="1" name=""/>
        <p:cNvGrpSpPr/>
        <p:nvPr/>
      </p:nvGrpSpPr>
      <p:grpSpPr>
        <a:xfrm>
          <a:off x="0" y="0"/>
          <a:ext cx="0" cy="0"/>
          <a:chOff x="0" y="0"/>
          <a:chExt cx="0" cy="0"/>
        </a:xfrm>
      </p:grpSpPr>
      <p:sp>
        <p:nvSpPr>
          <p:cNvPr id="190"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191"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192" name="Groupe 11"/>
          <p:cNvGrpSpPr/>
          <p:nvPr/>
        </p:nvGrpSpPr>
        <p:grpSpPr>
          <a:xfrm>
            <a:off x="871560" y="203040"/>
            <a:ext cx="10449000" cy="262800"/>
            <a:chOff x="871560" y="203040"/>
            <a:chExt cx="10449000" cy="262800"/>
          </a:xfrm>
        </p:grpSpPr>
        <p:cxnSp>
          <p:nvCxnSpPr>
            <p:cNvPr id="193" name="Connecteur droit 12"/>
            <p:cNvCxnSpPr/>
            <p:nvPr/>
          </p:nvCxnSpPr>
          <p:spPr>
            <a:xfrm>
              <a:off x="871560" y="334800"/>
              <a:ext cx="1519200" cy="720"/>
            </a:xfrm>
            <a:prstGeom prst="straightConnector1">
              <a:avLst/>
            </a:prstGeom>
            <a:ln w="127000">
              <a:solidFill>
                <a:srgbClr val="71D2E3"/>
              </a:solidFill>
              <a:round/>
            </a:ln>
          </p:spPr>
        </p:cxnSp>
        <p:cxnSp>
          <p:nvCxnSpPr>
            <p:cNvPr id="194" name="Connecteur droit 13"/>
            <p:cNvCxnSpPr/>
            <p:nvPr/>
          </p:nvCxnSpPr>
          <p:spPr>
            <a:xfrm>
              <a:off x="2390040" y="336240"/>
              <a:ext cx="1518840" cy="720"/>
            </a:xfrm>
            <a:prstGeom prst="straightConnector1">
              <a:avLst/>
            </a:prstGeom>
            <a:ln w="127000">
              <a:solidFill>
                <a:srgbClr val="5B5B79"/>
              </a:solidFill>
              <a:round/>
            </a:ln>
          </p:spPr>
        </p:cxnSp>
        <p:cxnSp>
          <p:nvCxnSpPr>
            <p:cNvPr id="195" name="Connecteur droit 14"/>
            <p:cNvCxnSpPr/>
            <p:nvPr/>
          </p:nvCxnSpPr>
          <p:spPr>
            <a:xfrm>
              <a:off x="3899880" y="334800"/>
              <a:ext cx="3710880" cy="720"/>
            </a:xfrm>
            <a:prstGeom prst="straightConnector1">
              <a:avLst/>
            </a:prstGeom>
            <a:ln w="127000">
              <a:solidFill>
                <a:srgbClr val="71D2E3"/>
              </a:solidFill>
              <a:round/>
            </a:ln>
          </p:spPr>
        </p:cxnSp>
        <p:cxnSp>
          <p:nvCxnSpPr>
            <p:cNvPr id="196" name="Connecteur droit 15"/>
            <p:cNvCxnSpPr/>
            <p:nvPr/>
          </p:nvCxnSpPr>
          <p:spPr>
            <a:xfrm>
              <a:off x="7610040" y="334800"/>
              <a:ext cx="3710880" cy="720"/>
            </a:xfrm>
            <a:prstGeom prst="straightConnector1">
              <a:avLst/>
            </a:prstGeom>
            <a:ln w="127000">
              <a:solidFill>
                <a:srgbClr val="5B5B79"/>
              </a:solidFill>
              <a:round/>
            </a:ln>
          </p:spPr>
        </p:cxnSp>
        <p:sp>
          <p:nvSpPr>
            <p:cNvPr id="197"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198"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199"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sp>
        <p:nvSpPr>
          <p:cNvPr id="200" name="Rectangle 11"/>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nvGrpSpPr>
          <p:cNvPr id="201" name="Groupe 24"/>
          <p:cNvGrpSpPr/>
          <p:nvPr/>
        </p:nvGrpSpPr>
        <p:grpSpPr>
          <a:xfrm>
            <a:off x="2760840" y="954720"/>
            <a:ext cx="6670440" cy="3980160"/>
            <a:chOff x="2760840" y="954720"/>
            <a:chExt cx="6670440" cy="3980160"/>
          </a:xfrm>
        </p:grpSpPr>
        <p:cxnSp>
          <p:nvCxnSpPr>
            <p:cNvPr id="202" name="Connecteur droit 7"/>
            <p:cNvCxnSpPr/>
            <p:nvPr/>
          </p:nvCxnSpPr>
          <p:spPr>
            <a:xfrm>
              <a:off x="4750920" y="4335120"/>
              <a:ext cx="4680720" cy="720"/>
            </a:xfrm>
            <a:prstGeom prst="straightConnector1">
              <a:avLst/>
            </a:prstGeom>
            <a:ln w="57150">
              <a:solidFill>
                <a:srgbClr val="2987B1"/>
              </a:solidFill>
              <a:round/>
            </a:ln>
          </p:spPr>
        </p:cxnSp>
        <p:pic>
          <p:nvPicPr>
            <p:cNvPr id="203" name="Graphique 5" descr="Point d’interrogation avec un remplissage uni"/>
            <p:cNvPicPr/>
            <p:nvPr/>
          </p:nvPicPr>
          <p:blipFill>
            <a:blip>
              <a:extLst>
                <a:ext uri="{96DAC541-7B7A-43D3-8B79-37D633B846F1}">
                  <asvg:svgBlip xmlns:asvg="http://schemas.microsoft.com/office/drawing/2016/SVG/main" r:embed="rId3"/>
                </a:ext>
              </a:extLst>
            </a:blip>
            <a:stretch/>
          </p:blipFill>
          <p:spPr>
            <a:xfrm>
              <a:off x="2760840" y="954720"/>
              <a:ext cx="3980160" cy="3980160"/>
            </a:xfrm>
            <a:prstGeom prst="rect">
              <a:avLst/>
            </a:prstGeom>
            <a:ln w="0">
              <a:noFill/>
            </a:ln>
          </p:spPr>
        </p:pic>
        <p:sp>
          <p:nvSpPr>
            <p:cNvPr id="204" name="ZoneTexte 8"/>
            <p:cNvSpPr/>
            <p:nvPr/>
          </p:nvSpPr>
          <p:spPr>
            <a:xfrm>
              <a:off x="5325840" y="3653640"/>
              <a:ext cx="41047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fr-FR" sz="3600" b="1" u="none" strike="noStrike">
                  <a:solidFill>
                    <a:srgbClr val="424258"/>
                  </a:solidFill>
                  <a:uFillTx/>
                  <a:latin typeface="Georgia"/>
                </a:rPr>
                <a:t>Des questions</a:t>
              </a:r>
              <a:endParaRPr lang="fr-FR" sz="3600" b="0" u="none" strike="noStrike">
                <a:solidFill>
                  <a:srgbClr val="000000"/>
                </a:solidFill>
                <a:uFillTx/>
                <a:latin typeface="Arial"/>
              </a:endParaRPr>
            </a:p>
          </p:txBody>
        </p:sp>
        <p:sp>
          <p:nvSpPr>
            <p:cNvPr id="205" name="Ellipse 9"/>
            <p:cNvSpPr/>
            <p:nvPr/>
          </p:nvSpPr>
          <p:spPr>
            <a:xfrm>
              <a:off x="4434120" y="4018320"/>
              <a:ext cx="633600" cy="633600"/>
            </a:xfrm>
            <a:prstGeom prst="ellipse">
              <a:avLst/>
            </a:prstGeom>
            <a:solidFill>
              <a:srgbClr val="424258"/>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sp>
        <p:nvSpPr>
          <p:cNvPr id="206" name="PlaceHolder 1"/>
          <p:cNvSpPr>
            <a:spLocks noGrp="1"/>
          </p:cNvSpPr>
          <p:nvPr>
            <p:ph type="sldNum" idx="2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FEE605FD-8CD6-4602-8879-D88389E64639}"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207" name="PlaceHolder 2"/>
          <p:cNvSpPr>
            <a:spLocks noGrp="1"/>
          </p:cNvSpPr>
          <p:nvPr>
            <p:ph type="dt" idx="25"/>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208"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209"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0"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211"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212" name="Groupe 11"/>
          <p:cNvGrpSpPr/>
          <p:nvPr/>
        </p:nvGrpSpPr>
        <p:grpSpPr>
          <a:xfrm>
            <a:off x="871560" y="203040"/>
            <a:ext cx="10449000" cy="262800"/>
            <a:chOff x="871560" y="203040"/>
            <a:chExt cx="10449000" cy="262800"/>
          </a:xfrm>
        </p:grpSpPr>
        <p:cxnSp>
          <p:nvCxnSpPr>
            <p:cNvPr id="213" name="Connecteur droit 12"/>
            <p:cNvCxnSpPr/>
            <p:nvPr/>
          </p:nvCxnSpPr>
          <p:spPr>
            <a:xfrm>
              <a:off x="871560" y="334800"/>
              <a:ext cx="1519200" cy="720"/>
            </a:xfrm>
            <a:prstGeom prst="straightConnector1">
              <a:avLst/>
            </a:prstGeom>
            <a:ln w="127000">
              <a:solidFill>
                <a:srgbClr val="71D2E3"/>
              </a:solidFill>
              <a:round/>
            </a:ln>
          </p:spPr>
        </p:cxnSp>
        <p:cxnSp>
          <p:nvCxnSpPr>
            <p:cNvPr id="214" name="Connecteur droit 13"/>
            <p:cNvCxnSpPr/>
            <p:nvPr/>
          </p:nvCxnSpPr>
          <p:spPr>
            <a:xfrm>
              <a:off x="2390040" y="336240"/>
              <a:ext cx="1518840" cy="720"/>
            </a:xfrm>
            <a:prstGeom prst="straightConnector1">
              <a:avLst/>
            </a:prstGeom>
            <a:ln w="127000">
              <a:solidFill>
                <a:srgbClr val="5B5B79"/>
              </a:solidFill>
              <a:round/>
            </a:ln>
          </p:spPr>
        </p:cxnSp>
        <p:cxnSp>
          <p:nvCxnSpPr>
            <p:cNvPr id="215" name="Connecteur droit 14"/>
            <p:cNvCxnSpPr/>
            <p:nvPr/>
          </p:nvCxnSpPr>
          <p:spPr>
            <a:xfrm>
              <a:off x="3899880" y="334800"/>
              <a:ext cx="3710880" cy="720"/>
            </a:xfrm>
            <a:prstGeom prst="straightConnector1">
              <a:avLst/>
            </a:prstGeom>
            <a:ln w="127000">
              <a:solidFill>
                <a:srgbClr val="71D2E3"/>
              </a:solidFill>
              <a:round/>
            </a:ln>
          </p:spPr>
        </p:cxnSp>
        <p:cxnSp>
          <p:nvCxnSpPr>
            <p:cNvPr id="216" name="Connecteur droit 15"/>
            <p:cNvCxnSpPr/>
            <p:nvPr/>
          </p:nvCxnSpPr>
          <p:spPr>
            <a:xfrm>
              <a:off x="7610040" y="334800"/>
              <a:ext cx="3710880" cy="720"/>
            </a:xfrm>
            <a:prstGeom prst="straightConnector1">
              <a:avLst/>
            </a:prstGeom>
            <a:ln w="127000">
              <a:solidFill>
                <a:srgbClr val="5B5B79"/>
              </a:solidFill>
              <a:round/>
            </a:ln>
          </p:spPr>
        </p:cxnSp>
        <p:sp>
          <p:nvSpPr>
            <p:cNvPr id="217"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18"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19"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sp>
        <p:nvSpPr>
          <p:cNvPr id="220" name="Rectangle 14"/>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cxnSp>
        <p:nvCxnSpPr>
          <p:cNvPr id="221" name="Connecteur droit 7"/>
          <p:cNvCxnSpPr/>
          <p:nvPr/>
        </p:nvCxnSpPr>
        <p:spPr>
          <a:xfrm>
            <a:off x="836280" y="2196360"/>
            <a:ext cx="3710880" cy="720"/>
          </a:xfrm>
          <a:prstGeom prst="straightConnector1">
            <a:avLst/>
          </a:prstGeom>
          <a:ln w="19050">
            <a:solidFill>
              <a:srgbClr val="5B5B79"/>
            </a:solidFill>
            <a:round/>
          </a:ln>
        </p:spPr>
      </p:cxnSp>
      <p:sp>
        <p:nvSpPr>
          <p:cNvPr id="222" name="PlaceHolder 1"/>
          <p:cNvSpPr>
            <a:spLocks noGrp="1"/>
          </p:cNvSpPr>
          <p:nvPr>
            <p:ph type="sldNum" idx="2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5BFAFA43-6715-4692-A3D3-D879F77ABC26}"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223" name="PlaceHolder 2"/>
          <p:cNvSpPr>
            <a:spLocks noGrp="1"/>
          </p:cNvSpPr>
          <p:nvPr>
            <p:ph type="dt" idx="27"/>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224"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225"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DEDEE6">
            <a:alpha val="34000"/>
          </a:srgbClr>
        </a:solidFill>
        <a:effectLst/>
      </p:bgPr>
    </p:bg>
    <p:spTree>
      <p:nvGrpSpPr>
        <p:cNvPr id="1" name=""/>
        <p:cNvGrpSpPr/>
        <p:nvPr/>
      </p:nvGrpSpPr>
      <p:grpSpPr>
        <a:xfrm>
          <a:off x="0" y="0"/>
          <a:ext cx="0" cy="0"/>
          <a:chOff x="0" y="0"/>
          <a:chExt cx="0" cy="0"/>
        </a:xfrm>
      </p:grpSpPr>
      <p:sp>
        <p:nvSpPr>
          <p:cNvPr id="240"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241"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242" name="Groupe 11"/>
          <p:cNvGrpSpPr/>
          <p:nvPr/>
        </p:nvGrpSpPr>
        <p:grpSpPr>
          <a:xfrm>
            <a:off x="871560" y="203040"/>
            <a:ext cx="10449000" cy="262800"/>
            <a:chOff x="871560" y="203040"/>
            <a:chExt cx="10449000" cy="262800"/>
          </a:xfrm>
        </p:grpSpPr>
        <p:cxnSp>
          <p:nvCxnSpPr>
            <p:cNvPr id="243" name="Connecteur droit 12"/>
            <p:cNvCxnSpPr/>
            <p:nvPr/>
          </p:nvCxnSpPr>
          <p:spPr>
            <a:xfrm>
              <a:off x="871560" y="334800"/>
              <a:ext cx="1519200" cy="720"/>
            </a:xfrm>
            <a:prstGeom prst="straightConnector1">
              <a:avLst/>
            </a:prstGeom>
            <a:ln w="127000">
              <a:solidFill>
                <a:srgbClr val="71D2E3"/>
              </a:solidFill>
              <a:round/>
            </a:ln>
          </p:spPr>
        </p:cxnSp>
        <p:cxnSp>
          <p:nvCxnSpPr>
            <p:cNvPr id="244" name="Connecteur droit 13"/>
            <p:cNvCxnSpPr/>
            <p:nvPr/>
          </p:nvCxnSpPr>
          <p:spPr>
            <a:xfrm>
              <a:off x="2390040" y="336240"/>
              <a:ext cx="1518840" cy="720"/>
            </a:xfrm>
            <a:prstGeom prst="straightConnector1">
              <a:avLst/>
            </a:prstGeom>
            <a:ln w="127000">
              <a:solidFill>
                <a:srgbClr val="5B5B79"/>
              </a:solidFill>
              <a:round/>
            </a:ln>
          </p:spPr>
        </p:cxnSp>
        <p:cxnSp>
          <p:nvCxnSpPr>
            <p:cNvPr id="245" name="Connecteur droit 14"/>
            <p:cNvCxnSpPr/>
            <p:nvPr/>
          </p:nvCxnSpPr>
          <p:spPr>
            <a:xfrm>
              <a:off x="3899880" y="334800"/>
              <a:ext cx="3710880" cy="720"/>
            </a:xfrm>
            <a:prstGeom prst="straightConnector1">
              <a:avLst/>
            </a:prstGeom>
            <a:ln w="127000">
              <a:solidFill>
                <a:srgbClr val="71D2E3"/>
              </a:solidFill>
              <a:round/>
            </a:ln>
          </p:spPr>
        </p:cxnSp>
        <p:cxnSp>
          <p:nvCxnSpPr>
            <p:cNvPr id="246" name="Connecteur droit 15"/>
            <p:cNvCxnSpPr/>
            <p:nvPr/>
          </p:nvCxnSpPr>
          <p:spPr>
            <a:xfrm>
              <a:off x="7610040" y="334800"/>
              <a:ext cx="3710880" cy="720"/>
            </a:xfrm>
            <a:prstGeom prst="straightConnector1">
              <a:avLst/>
            </a:prstGeom>
            <a:ln w="127000">
              <a:solidFill>
                <a:srgbClr val="5B5B79"/>
              </a:solidFill>
              <a:round/>
            </a:ln>
          </p:spPr>
        </p:cxnSp>
        <p:sp>
          <p:nvSpPr>
            <p:cNvPr id="247"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48"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49"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sp>
        <p:nvSpPr>
          <p:cNvPr id="250" name="Rectangle 4"/>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51" name="Flèche : pentagone 6"/>
          <p:cNvSpPr/>
          <p:nvPr/>
        </p:nvSpPr>
        <p:spPr>
          <a:xfrm>
            <a:off x="848880" y="1619280"/>
            <a:ext cx="10504080" cy="2808000"/>
          </a:xfrm>
          <a:prstGeom prst="homePlate">
            <a:avLst>
              <a:gd name="adj" fmla="val 50000"/>
            </a:avLst>
          </a:prstGeom>
          <a:noFill/>
          <a:ln w="38100">
            <a:solidFill>
              <a:srgbClr val="71D2E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52" name="PlaceHolder 1"/>
          <p:cNvSpPr>
            <a:spLocks noGrp="1"/>
          </p:cNvSpPr>
          <p:nvPr>
            <p:ph type="sldNum" idx="3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EE203285-672C-4DF1-ADF8-C9A164864579}"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253" name="PlaceHolder 2"/>
          <p:cNvSpPr>
            <a:spLocks noGrp="1"/>
          </p:cNvSpPr>
          <p:nvPr>
            <p:ph type="dt" idx="31"/>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254"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255"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257"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258" name="Groupe 11"/>
          <p:cNvGrpSpPr/>
          <p:nvPr/>
        </p:nvGrpSpPr>
        <p:grpSpPr>
          <a:xfrm>
            <a:off x="871560" y="203040"/>
            <a:ext cx="10449000" cy="262800"/>
            <a:chOff x="871560" y="203040"/>
            <a:chExt cx="10449000" cy="262800"/>
          </a:xfrm>
        </p:grpSpPr>
        <p:cxnSp>
          <p:nvCxnSpPr>
            <p:cNvPr id="259" name="Connecteur droit 12"/>
            <p:cNvCxnSpPr/>
            <p:nvPr/>
          </p:nvCxnSpPr>
          <p:spPr>
            <a:xfrm>
              <a:off x="871560" y="334800"/>
              <a:ext cx="1519200" cy="720"/>
            </a:xfrm>
            <a:prstGeom prst="straightConnector1">
              <a:avLst/>
            </a:prstGeom>
            <a:ln w="127000">
              <a:solidFill>
                <a:srgbClr val="71D2E3"/>
              </a:solidFill>
              <a:round/>
            </a:ln>
          </p:spPr>
        </p:cxnSp>
        <p:cxnSp>
          <p:nvCxnSpPr>
            <p:cNvPr id="260" name="Connecteur droit 13"/>
            <p:cNvCxnSpPr/>
            <p:nvPr/>
          </p:nvCxnSpPr>
          <p:spPr>
            <a:xfrm>
              <a:off x="2390040" y="336240"/>
              <a:ext cx="1518840" cy="720"/>
            </a:xfrm>
            <a:prstGeom prst="straightConnector1">
              <a:avLst/>
            </a:prstGeom>
            <a:ln w="127000">
              <a:solidFill>
                <a:srgbClr val="5B5B79"/>
              </a:solidFill>
              <a:round/>
            </a:ln>
          </p:spPr>
        </p:cxnSp>
        <p:cxnSp>
          <p:nvCxnSpPr>
            <p:cNvPr id="261" name="Connecteur droit 14"/>
            <p:cNvCxnSpPr/>
            <p:nvPr/>
          </p:nvCxnSpPr>
          <p:spPr>
            <a:xfrm>
              <a:off x="3899880" y="334800"/>
              <a:ext cx="3710880" cy="720"/>
            </a:xfrm>
            <a:prstGeom prst="straightConnector1">
              <a:avLst/>
            </a:prstGeom>
            <a:ln w="127000">
              <a:solidFill>
                <a:srgbClr val="71D2E3"/>
              </a:solidFill>
              <a:round/>
            </a:ln>
          </p:spPr>
        </p:cxnSp>
        <p:cxnSp>
          <p:nvCxnSpPr>
            <p:cNvPr id="262" name="Connecteur droit 15"/>
            <p:cNvCxnSpPr/>
            <p:nvPr/>
          </p:nvCxnSpPr>
          <p:spPr>
            <a:xfrm>
              <a:off x="7610040" y="334800"/>
              <a:ext cx="3710880" cy="720"/>
            </a:xfrm>
            <a:prstGeom prst="straightConnector1">
              <a:avLst/>
            </a:prstGeom>
            <a:ln w="127000">
              <a:solidFill>
                <a:srgbClr val="5B5B79"/>
              </a:solidFill>
              <a:round/>
            </a:ln>
          </p:spPr>
        </p:cxnSp>
        <p:sp>
          <p:nvSpPr>
            <p:cNvPr id="263"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64"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65"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grpSp>
      <p:sp>
        <p:nvSpPr>
          <p:cNvPr id="266" name="Rectangle 4"/>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fr-FR" sz="1800" b="0" u="none" strike="noStrike">
              <a:solidFill>
                <a:schemeClr val="lt1"/>
              </a:solidFill>
              <a:uFillTx/>
              <a:latin typeface="Aptos"/>
            </a:endParaRPr>
          </a:p>
        </p:txBody>
      </p:sp>
      <p:sp>
        <p:nvSpPr>
          <p:cNvPr id="267" name="PlaceHolder 1"/>
          <p:cNvSpPr>
            <a:spLocks noGrp="1"/>
          </p:cNvSpPr>
          <p:nvPr>
            <p:ph type="sldNum" idx="3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907DC269-EB72-4E4A-A835-D0054AF47B6E}"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268" name="PlaceHolder 2"/>
          <p:cNvSpPr>
            <a:spLocks noGrp="1"/>
          </p:cNvSpPr>
          <p:nvPr>
            <p:ph type="dt" idx="3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269"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270"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DEDEE6">
            <a:alpha val="34000"/>
          </a:srgbClr>
        </a:solidFill>
        <a:effectLst/>
      </p:bgPr>
    </p:bg>
    <p:spTree>
      <p:nvGrpSpPr>
        <p:cNvPr id="1" name=""/>
        <p:cNvGrpSpPr/>
        <p:nvPr/>
      </p:nvGrpSpPr>
      <p:grpSpPr>
        <a:xfrm>
          <a:off x="0" y="0"/>
          <a:ext cx="0" cy="0"/>
          <a:chOff x="0" y="0"/>
          <a:chExt cx="0" cy="0"/>
        </a:xfrm>
      </p:grpSpPr>
      <p:sp>
        <p:nvSpPr>
          <p:cNvPr id="316"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317"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318" name="Groupe 11"/>
          <p:cNvGrpSpPr/>
          <p:nvPr/>
        </p:nvGrpSpPr>
        <p:grpSpPr>
          <a:xfrm>
            <a:off x="871560" y="203040"/>
            <a:ext cx="10449000" cy="262800"/>
            <a:chOff x="871560" y="203040"/>
            <a:chExt cx="10449000" cy="262800"/>
          </a:xfrm>
        </p:grpSpPr>
        <p:cxnSp>
          <p:nvCxnSpPr>
            <p:cNvPr id="319" name="Connecteur droit 12"/>
            <p:cNvCxnSpPr/>
            <p:nvPr/>
          </p:nvCxnSpPr>
          <p:spPr>
            <a:xfrm>
              <a:off x="871560" y="334800"/>
              <a:ext cx="1519200" cy="720"/>
            </a:xfrm>
            <a:prstGeom prst="straightConnector1">
              <a:avLst/>
            </a:prstGeom>
            <a:ln w="127000">
              <a:solidFill>
                <a:srgbClr val="71D2E3"/>
              </a:solidFill>
              <a:round/>
            </a:ln>
          </p:spPr>
        </p:cxnSp>
        <p:cxnSp>
          <p:nvCxnSpPr>
            <p:cNvPr id="320" name="Connecteur droit 13"/>
            <p:cNvCxnSpPr/>
            <p:nvPr/>
          </p:nvCxnSpPr>
          <p:spPr>
            <a:xfrm>
              <a:off x="2390040" y="336240"/>
              <a:ext cx="1518840" cy="720"/>
            </a:xfrm>
            <a:prstGeom prst="straightConnector1">
              <a:avLst/>
            </a:prstGeom>
            <a:ln w="127000">
              <a:solidFill>
                <a:srgbClr val="5B5B79"/>
              </a:solidFill>
              <a:round/>
            </a:ln>
          </p:spPr>
        </p:cxnSp>
        <p:cxnSp>
          <p:nvCxnSpPr>
            <p:cNvPr id="321" name="Connecteur droit 14"/>
            <p:cNvCxnSpPr/>
            <p:nvPr/>
          </p:nvCxnSpPr>
          <p:spPr>
            <a:xfrm>
              <a:off x="3899880" y="334800"/>
              <a:ext cx="3710880" cy="720"/>
            </a:xfrm>
            <a:prstGeom prst="straightConnector1">
              <a:avLst/>
            </a:prstGeom>
            <a:ln w="127000">
              <a:solidFill>
                <a:srgbClr val="71D2E3"/>
              </a:solidFill>
              <a:round/>
            </a:ln>
          </p:spPr>
        </p:cxnSp>
        <p:cxnSp>
          <p:nvCxnSpPr>
            <p:cNvPr id="322" name="Connecteur droit 15"/>
            <p:cNvCxnSpPr/>
            <p:nvPr/>
          </p:nvCxnSpPr>
          <p:spPr>
            <a:xfrm>
              <a:off x="7610040" y="334800"/>
              <a:ext cx="3710880" cy="720"/>
            </a:xfrm>
            <a:prstGeom prst="straightConnector1">
              <a:avLst/>
            </a:prstGeom>
            <a:ln w="127000">
              <a:solidFill>
                <a:srgbClr val="5B5B79"/>
              </a:solidFill>
              <a:round/>
            </a:ln>
          </p:spPr>
        </p:cxnSp>
        <p:sp>
          <p:nvSpPr>
            <p:cNvPr id="323"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24"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25"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grpSp>
      <p:sp>
        <p:nvSpPr>
          <p:cNvPr id="326" name="Rectangle 4"/>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27" name="Flèche : pentagone 6"/>
          <p:cNvSpPr/>
          <p:nvPr/>
        </p:nvSpPr>
        <p:spPr>
          <a:xfrm>
            <a:off x="848880" y="1619280"/>
            <a:ext cx="10504080" cy="2808000"/>
          </a:xfrm>
          <a:prstGeom prst="homePlate">
            <a:avLst>
              <a:gd name="adj" fmla="val 50000"/>
            </a:avLst>
          </a:prstGeom>
          <a:noFill/>
          <a:ln w="38100">
            <a:solidFill>
              <a:srgbClr val="71D2E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28" name="PlaceHolder 1"/>
          <p:cNvSpPr>
            <a:spLocks noGrp="1"/>
          </p:cNvSpPr>
          <p:nvPr>
            <p:ph type="sldNum" idx="4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AC2F05DD-EF01-404F-BE60-C11972AE8DB8}"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329" name="PlaceHolder 2"/>
          <p:cNvSpPr>
            <a:spLocks noGrp="1"/>
          </p:cNvSpPr>
          <p:nvPr>
            <p:ph type="dt" idx="41"/>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330"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331"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DEDEE6">
            <a:alpha val="34000"/>
          </a:srgbClr>
        </a:solidFill>
        <a:effectLst/>
      </p:bgPr>
    </p:bg>
    <p:spTree>
      <p:nvGrpSpPr>
        <p:cNvPr id="1" name=""/>
        <p:cNvGrpSpPr/>
        <p:nvPr/>
      </p:nvGrpSpPr>
      <p:grpSpPr>
        <a:xfrm>
          <a:off x="0" y="0"/>
          <a:ext cx="0" cy="0"/>
          <a:chOff x="0" y="0"/>
          <a:chExt cx="0" cy="0"/>
        </a:xfrm>
      </p:grpSpPr>
      <p:sp>
        <p:nvSpPr>
          <p:cNvPr id="332"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333"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334" name="Groupe 11"/>
          <p:cNvGrpSpPr/>
          <p:nvPr/>
        </p:nvGrpSpPr>
        <p:grpSpPr>
          <a:xfrm>
            <a:off x="871560" y="203040"/>
            <a:ext cx="10449000" cy="262800"/>
            <a:chOff x="871560" y="203040"/>
            <a:chExt cx="10449000" cy="262800"/>
          </a:xfrm>
        </p:grpSpPr>
        <p:cxnSp>
          <p:nvCxnSpPr>
            <p:cNvPr id="335" name="Connecteur droit 12"/>
            <p:cNvCxnSpPr/>
            <p:nvPr/>
          </p:nvCxnSpPr>
          <p:spPr>
            <a:xfrm>
              <a:off x="871560" y="334800"/>
              <a:ext cx="1519200" cy="720"/>
            </a:xfrm>
            <a:prstGeom prst="straightConnector1">
              <a:avLst/>
            </a:prstGeom>
            <a:ln w="127000">
              <a:solidFill>
                <a:srgbClr val="71D2E3"/>
              </a:solidFill>
              <a:round/>
            </a:ln>
          </p:spPr>
        </p:cxnSp>
        <p:cxnSp>
          <p:nvCxnSpPr>
            <p:cNvPr id="336" name="Connecteur droit 13"/>
            <p:cNvCxnSpPr/>
            <p:nvPr/>
          </p:nvCxnSpPr>
          <p:spPr>
            <a:xfrm>
              <a:off x="2390040" y="336240"/>
              <a:ext cx="1518840" cy="720"/>
            </a:xfrm>
            <a:prstGeom prst="straightConnector1">
              <a:avLst/>
            </a:prstGeom>
            <a:ln w="127000">
              <a:solidFill>
                <a:srgbClr val="5B5B79"/>
              </a:solidFill>
              <a:round/>
            </a:ln>
          </p:spPr>
        </p:cxnSp>
        <p:cxnSp>
          <p:nvCxnSpPr>
            <p:cNvPr id="337" name="Connecteur droit 14"/>
            <p:cNvCxnSpPr/>
            <p:nvPr/>
          </p:nvCxnSpPr>
          <p:spPr>
            <a:xfrm>
              <a:off x="3899880" y="334800"/>
              <a:ext cx="3710880" cy="720"/>
            </a:xfrm>
            <a:prstGeom prst="straightConnector1">
              <a:avLst/>
            </a:prstGeom>
            <a:ln w="127000">
              <a:solidFill>
                <a:srgbClr val="71D2E3"/>
              </a:solidFill>
              <a:round/>
            </a:ln>
          </p:spPr>
        </p:cxnSp>
        <p:cxnSp>
          <p:nvCxnSpPr>
            <p:cNvPr id="338" name="Connecteur droit 15"/>
            <p:cNvCxnSpPr/>
            <p:nvPr/>
          </p:nvCxnSpPr>
          <p:spPr>
            <a:xfrm>
              <a:off x="7610040" y="334800"/>
              <a:ext cx="3710880" cy="720"/>
            </a:xfrm>
            <a:prstGeom prst="straightConnector1">
              <a:avLst/>
            </a:prstGeom>
            <a:ln w="127000">
              <a:solidFill>
                <a:srgbClr val="5B5B79"/>
              </a:solidFill>
              <a:round/>
            </a:ln>
          </p:spPr>
        </p:cxnSp>
        <p:sp>
          <p:nvSpPr>
            <p:cNvPr id="339"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40"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41"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grpSp>
      <p:sp>
        <p:nvSpPr>
          <p:cNvPr id="342" name="Rectangle 4"/>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43" name="Flèche : pentagone 6"/>
          <p:cNvSpPr/>
          <p:nvPr/>
        </p:nvSpPr>
        <p:spPr>
          <a:xfrm>
            <a:off x="848880" y="1619280"/>
            <a:ext cx="10504080" cy="2808000"/>
          </a:xfrm>
          <a:prstGeom prst="homePlate">
            <a:avLst>
              <a:gd name="adj" fmla="val 50000"/>
            </a:avLst>
          </a:prstGeom>
          <a:noFill/>
          <a:ln w="38100">
            <a:solidFill>
              <a:srgbClr val="71D2E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44" name="PlaceHolder 1"/>
          <p:cNvSpPr>
            <a:spLocks noGrp="1"/>
          </p:cNvSpPr>
          <p:nvPr>
            <p:ph type="sldNum" idx="4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23F2ABB3-6E89-420E-803B-FC6E2B9AADB1}"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345" name="PlaceHolder 2"/>
          <p:cNvSpPr>
            <a:spLocks noGrp="1"/>
          </p:cNvSpPr>
          <p:nvPr>
            <p:ph type="dt" idx="4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346"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347"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 name="Espace réservé de la date 3"/>
          <p:cNvSpPr/>
          <p:nvPr/>
        </p:nvSpPr>
        <p:spPr>
          <a:xfrm>
            <a:off x="1238760" y="6352560"/>
            <a:ext cx="225936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Caplogy. All rights reserved.</a:t>
            </a:r>
            <a:endParaRPr lang="fr-FR" sz="1200" b="0" u="none" strike="noStrike">
              <a:solidFill>
                <a:srgbClr val="000000"/>
              </a:solidFill>
              <a:uFillTx/>
              <a:latin typeface="Arial"/>
            </a:endParaRPr>
          </a:p>
        </p:txBody>
      </p:sp>
      <p:sp>
        <p:nvSpPr>
          <p:cNvPr id="349" name="Espace réservé de la date 3"/>
          <p:cNvSpPr/>
          <p:nvPr/>
        </p:nvSpPr>
        <p:spPr>
          <a:xfrm>
            <a:off x="616680" y="6352560"/>
            <a:ext cx="2538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chemeClr val="dk1">
                    <a:tint val="82000"/>
                  </a:schemeClr>
                </a:solidFill>
                <a:uFillTx/>
                <a:latin typeface="Aptos"/>
              </a:rPr>
              <a:t>©</a:t>
            </a:r>
            <a:endParaRPr lang="fr-FR" sz="1200" b="0" u="none" strike="noStrike">
              <a:solidFill>
                <a:srgbClr val="000000"/>
              </a:solidFill>
              <a:uFillTx/>
              <a:latin typeface="Arial"/>
            </a:endParaRPr>
          </a:p>
        </p:txBody>
      </p:sp>
      <p:grpSp>
        <p:nvGrpSpPr>
          <p:cNvPr id="350" name="Groupe 11"/>
          <p:cNvGrpSpPr/>
          <p:nvPr/>
        </p:nvGrpSpPr>
        <p:grpSpPr>
          <a:xfrm>
            <a:off x="871560" y="203040"/>
            <a:ext cx="10449000" cy="262800"/>
            <a:chOff x="871560" y="203040"/>
            <a:chExt cx="10449000" cy="262800"/>
          </a:xfrm>
        </p:grpSpPr>
        <p:cxnSp>
          <p:nvCxnSpPr>
            <p:cNvPr id="351" name="Connecteur droit 12"/>
            <p:cNvCxnSpPr/>
            <p:nvPr/>
          </p:nvCxnSpPr>
          <p:spPr>
            <a:xfrm>
              <a:off x="871560" y="334800"/>
              <a:ext cx="1519200" cy="720"/>
            </a:xfrm>
            <a:prstGeom prst="straightConnector1">
              <a:avLst/>
            </a:prstGeom>
            <a:ln w="127000">
              <a:solidFill>
                <a:srgbClr val="71D2E3"/>
              </a:solidFill>
              <a:round/>
            </a:ln>
          </p:spPr>
        </p:cxnSp>
        <p:cxnSp>
          <p:nvCxnSpPr>
            <p:cNvPr id="352" name="Connecteur droit 13"/>
            <p:cNvCxnSpPr/>
            <p:nvPr/>
          </p:nvCxnSpPr>
          <p:spPr>
            <a:xfrm>
              <a:off x="2390040" y="336240"/>
              <a:ext cx="1518840" cy="720"/>
            </a:xfrm>
            <a:prstGeom prst="straightConnector1">
              <a:avLst/>
            </a:prstGeom>
            <a:ln w="127000">
              <a:solidFill>
                <a:srgbClr val="5B5B79"/>
              </a:solidFill>
              <a:round/>
            </a:ln>
          </p:spPr>
        </p:cxnSp>
        <p:cxnSp>
          <p:nvCxnSpPr>
            <p:cNvPr id="353" name="Connecteur droit 14"/>
            <p:cNvCxnSpPr/>
            <p:nvPr/>
          </p:nvCxnSpPr>
          <p:spPr>
            <a:xfrm>
              <a:off x="3899880" y="334800"/>
              <a:ext cx="3710880" cy="720"/>
            </a:xfrm>
            <a:prstGeom prst="straightConnector1">
              <a:avLst/>
            </a:prstGeom>
            <a:ln w="127000">
              <a:solidFill>
                <a:srgbClr val="71D2E3"/>
              </a:solidFill>
              <a:round/>
            </a:ln>
          </p:spPr>
        </p:cxnSp>
        <p:cxnSp>
          <p:nvCxnSpPr>
            <p:cNvPr id="354" name="Connecteur droit 15"/>
            <p:cNvCxnSpPr/>
            <p:nvPr/>
          </p:nvCxnSpPr>
          <p:spPr>
            <a:xfrm>
              <a:off x="7610040" y="334800"/>
              <a:ext cx="3710880" cy="720"/>
            </a:xfrm>
            <a:prstGeom prst="straightConnector1">
              <a:avLst/>
            </a:prstGeom>
            <a:ln w="127000">
              <a:solidFill>
                <a:srgbClr val="5B5B79"/>
              </a:solidFill>
              <a:round/>
            </a:ln>
          </p:spPr>
        </p:cxnSp>
        <p:sp>
          <p:nvSpPr>
            <p:cNvPr id="355" name="Ellipse 16"/>
            <p:cNvSpPr/>
            <p:nvPr/>
          </p:nvSpPr>
          <p:spPr>
            <a:xfrm>
              <a:off x="225828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56" name="Ellipse 17"/>
            <p:cNvSpPr/>
            <p:nvPr/>
          </p:nvSpPr>
          <p:spPr>
            <a:xfrm>
              <a:off x="3768480" y="203040"/>
              <a:ext cx="262800" cy="262800"/>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57" name="Ellipse 18"/>
            <p:cNvSpPr/>
            <p:nvPr/>
          </p:nvSpPr>
          <p:spPr>
            <a:xfrm>
              <a:off x="7478640" y="203040"/>
              <a:ext cx="262800" cy="262800"/>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grpSp>
      <p:sp>
        <p:nvSpPr>
          <p:cNvPr id="358" name="Rectangle 4"/>
          <p:cNvSpPr/>
          <p:nvPr/>
        </p:nvSpPr>
        <p:spPr>
          <a:xfrm>
            <a:off x="10890360" y="6419880"/>
            <a:ext cx="1300680" cy="230040"/>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fr-FR" sz="1800" b="0" u="none" strike="noStrike">
              <a:solidFill>
                <a:schemeClr val="lt1"/>
              </a:solidFill>
              <a:uFillTx/>
              <a:latin typeface="Aptos"/>
            </a:endParaRPr>
          </a:p>
        </p:txBody>
      </p:sp>
      <p:sp>
        <p:nvSpPr>
          <p:cNvPr id="359" name="PlaceHolder 1"/>
          <p:cNvSpPr>
            <a:spLocks noGrp="1"/>
          </p:cNvSpPr>
          <p:nvPr>
            <p:ph type="sldNum" idx="4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fr-FR" sz="1200" b="0" u="none" strike="noStrike">
                <a:solidFill>
                  <a:schemeClr val="dk1">
                    <a:tint val="82000"/>
                  </a:schemeClr>
                </a:solidFill>
                <a:uFillTx/>
                <a:latin typeface="Aptos"/>
              </a:defRPr>
            </a:lvl1pPr>
          </a:lstStyle>
          <a:p>
            <a:pPr indent="0" algn="r" defTabSz="914400">
              <a:lnSpc>
                <a:spcPct val="100000"/>
              </a:lnSpc>
              <a:buNone/>
              <a:tabLst>
                <a:tab pos="0" algn="l"/>
              </a:tabLst>
            </a:pPr>
            <a:fld id="{F77E1B70-0E05-4AFD-9A33-372442B7EF5A}" type="slidenum">
              <a:rPr lang="fr-FR" sz="1200" b="0" u="none" strike="noStrike">
                <a:solidFill>
                  <a:schemeClr val="dk1">
                    <a:tint val="82000"/>
                  </a:schemeClr>
                </a:solidFill>
                <a:uFillTx/>
                <a:latin typeface="Aptos"/>
              </a:rPr>
              <a:t>‹N°›</a:t>
            </a:fld>
            <a:endParaRPr lang="fr-FR" sz="1200" b="0" u="none" strike="noStrike">
              <a:solidFill>
                <a:srgbClr val="000000"/>
              </a:solidFill>
              <a:uFillTx/>
              <a:latin typeface="Times New Roman"/>
            </a:endParaRPr>
          </a:p>
        </p:txBody>
      </p:sp>
      <p:sp>
        <p:nvSpPr>
          <p:cNvPr id="360" name="PlaceHolder 2"/>
          <p:cNvSpPr>
            <a:spLocks noGrp="1"/>
          </p:cNvSpPr>
          <p:nvPr>
            <p:ph type="dt" idx="45"/>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fr-FR" sz="1400" b="0" u="none" strike="noStrike">
                <a:solidFill>
                  <a:srgbClr val="000000"/>
                </a:solidFill>
                <a:uFillTx/>
                <a:latin typeface="Times New Roman"/>
              </a:defRPr>
            </a:lvl1pPr>
          </a:lstStyle>
          <a:p>
            <a:pPr indent="0">
              <a:buNone/>
            </a:pPr>
            <a:r>
              <a:rPr lang="fr-FR" sz="1400" b="0" u="none" strike="noStrike">
                <a:solidFill>
                  <a:srgbClr val="000000"/>
                </a:solidFill>
                <a:uFillTx/>
                <a:latin typeface="Times New Roman"/>
              </a:rPr>
              <a:t>&lt;date/heure&gt;</a:t>
            </a:r>
          </a:p>
        </p:txBody>
      </p:sp>
      <p:sp>
        <p:nvSpPr>
          <p:cNvPr id="361"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uFillTx/>
                <a:latin typeface="Arial"/>
              </a:rPr>
              <a:t>Cliquez pour éditer le format du texte-titre</a:t>
            </a:r>
          </a:p>
        </p:txBody>
      </p:sp>
      <p:sp>
        <p:nvSpPr>
          <p:cNvPr id="362"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0F_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11_0.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1523880" y="1402560"/>
            <a:ext cx="9143280" cy="2386800"/>
          </a:xfrm>
          <a:prstGeom prst="rect">
            <a:avLst/>
          </a:prstGeom>
          <a:noFill/>
          <a:ln w="0">
            <a:noFill/>
          </a:ln>
        </p:spPr>
        <p:txBody>
          <a:bodyPr lIns="91440" tIns="45720" rIns="91440" bIns="45720" anchor="ctr">
            <a:noAutofit/>
          </a:bodyPr>
          <a:lstStyle/>
          <a:p>
            <a:pPr indent="0" algn="ctr" defTabSz="914400">
              <a:lnSpc>
                <a:spcPct val="90000"/>
              </a:lnSpc>
              <a:buNone/>
              <a:tabLst>
                <a:tab pos="0" algn="l"/>
              </a:tabLst>
            </a:pPr>
            <a:r>
              <a:rPr lang="fr-FR" sz="6000" b="1" u="none" strike="noStrike">
                <a:solidFill>
                  <a:srgbClr val="5B5B79"/>
                </a:solidFill>
                <a:uFillTx/>
                <a:latin typeface="Georgia"/>
              </a:rPr>
              <a:t>Ch.1 : Introduction au Cloud Computing</a:t>
            </a:r>
            <a:endParaRPr lang="fr-FR" sz="6000" b="0" u="none" strike="noStrike">
              <a:solidFill>
                <a:srgbClr val="000000"/>
              </a:solidFill>
              <a:uFillTx/>
              <a:latin typeface="Arial"/>
            </a:endParaRPr>
          </a:p>
        </p:txBody>
      </p:sp>
      <p:sp>
        <p:nvSpPr>
          <p:cNvPr id="364" name="PlaceHolder 2"/>
          <p:cNvSpPr>
            <a:spLocks noGrp="1"/>
          </p:cNvSpPr>
          <p:nvPr>
            <p:ph type="subTitle"/>
          </p:nvPr>
        </p:nvSpPr>
        <p:spPr>
          <a:xfrm>
            <a:off x="1523880" y="4150080"/>
            <a:ext cx="9143280" cy="59292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fr-FR" sz="1600" b="0" i="1" u="none" strike="noStrike">
                <a:solidFill>
                  <a:srgbClr val="4A4A62"/>
                </a:solidFill>
                <a:uFillTx/>
                <a:latin typeface="Georgia"/>
                <a:ea typeface="Calibri"/>
              </a:rPr>
              <a:t>Nom de filière ou programme</a:t>
            </a:r>
            <a:endParaRPr lang="fr-FR" sz="1600" b="0" u="none" strike="noStrike">
              <a:solidFill>
                <a:srgbClr val="000000"/>
              </a:solidFill>
              <a:uFillTx/>
              <a:latin typeface="Arial"/>
            </a:endParaRPr>
          </a:p>
        </p:txBody>
      </p:sp>
      <p:sp>
        <p:nvSpPr>
          <p:cNvPr id="365" name="PlaceHolder 3"/>
          <p:cNvSpPr>
            <a:spLocks noGrp="1"/>
          </p:cNvSpPr>
          <p:nvPr>
            <p:ph type="dt" idx="46"/>
          </p:nvPr>
        </p:nvSpPr>
        <p:spPr>
          <a:xfrm>
            <a:off x="838080" y="6352560"/>
            <a:ext cx="54504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66" name="PlaceHolder 4"/>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367" name="PlaceHolder 5"/>
          <p:cNvSpPr>
            <a:spLocks noGrp="1"/>
          </p:cNvSpPr>
          <p:nvPr>
            <p:ph/>
          </p:nvPr>
        </p:nvSpPr>
        <p:spPr>
          <a:xfrm>
            <a:off x="1523880" y="4773600"/>
            <a:ext cx="9143280" cy="44028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600" b="0" i="1" u="none" strike="noStrike">
                <a:solidFill>
                  <a:srgbClr val="4A4A62"/>
                </a:solidFill>
                <a:uFillTx/>
                <a:latin typeface="Georgia"/>
                <a:ea typeface="Calibri"/>
              </a:rPr>
              <a:t>Année (optionnel)</a:t>
            </a:r>
            <a:endParaRPr lang="fr-FR" sz="1600" b="0" u="none" strike="noStrike">
              <a:solidFill>
                <a:srgbClr val="000000"/>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dt" idx="47"/>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69" name="PlaceHolder 2"/>
          <p:cNvSpPr>
            <a:spLocks noGrp="1"/>
          </p:cNvSpPr>
          <p:nvPr>
            <p:ph type="title"/>
          </p:nvPr>
        </p:nvSpPr>
        <p:spPr>
          <a:xfrm>
            <a:off x="838080" y="963720"/>
            <a:ext cx="3931560" cy="120708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fr-FR" sz="3200" b="0" u="none" strike="noStrike">
                <a:solidFill>
                  <a:srgbClr val="5B5B79"/>
                </a:solidFill>
                <a:uFillTx/>
                <a:latin typeface="Georgia"/>
              </a:rPr>
              <a:t>Objectifs du cours</a:t>
            </a:r>
            <a:endParaRPr lang="fr-FR" sz="3200" b="0" u="none" strike="noStrike">
              <a:solidFill>
                <a:srgbClr val="000000"/>
              </a:solidFill>
              <a:uFillTx/>
              <a:latin typeface="Arial"/>
            </a:endParaRPr>
          </a:p>
        </p:txBody>
      </p:sp>
      <p:sp>
        <p:nvSpPr>
          <p:cNvPr id="370" name="PlaceHolder 3"/>
          <p:cNvSpPr>
            <a:spLocks noGrp="1"/>
          </p:cNvSpPr>
          <p:nvPr>
            <p:ph/>
          </p:nvPr>
        </p:nvSpPr>
        <p:spPr>
          <a:xfrm>
            <a:off x="836640" y="2405160"/>
            <a:ext cx="8117640" cy="36982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25A7BD"/>
              </a:buClr>
              <a:buFont typeface="Wingdings" charset="2"/>
              <a:buChar char=""/>
            </a:pPr>
            <a:r>
              <a:rPr lang="fr-FR" sz="2400" b="0" u="none" strike="noStrike" dirty="0">
                <a:solidFill>
                  <a:schemeClr val="dk1"/>
                </a:solidFill>
                <a:uFillTx/>
                <a:latin typeface="Calibri"/>
                <a:ea typeface="Calibri"/>
              </a:rPr>
              <a:t> L’historique du cloud </a:t>
            </a:r>
            <a:r>
              <a:rPr lang="fr-FR" sz="2400" b="0" u="none" strike="noStrike" dirty="0" err="1">
                <a:solidFill>
                  <a:schemeClr val="dk1"/>
                </a:solidFill>
                <a:uFillTx/>
                <a:latin typeface="Calibri"/>
                <a:ea typeface="Calibri"/>
              </a:rPr>
              <a:t>computing</a:t>
            </a:r>
            <a:endParaRPr lang="fr-FR" sz="2400" b="0" u="none" strike="noStrike" dirty="0">
              <a:solidFill>
                <a:srgbClr val="000000"/>
              </a:solidFill>
              <a:uFillTx/>
              <a:latin typeface="Arial"/>
            </a:endParaRPr>
          </a:p>
          <a:p>
            <a:pPr marL="228600" indent="-228600" defTabSz="914400">
              <a:lnSpc>
                <a:spcPct val="90000"/>
              </a:lnSpc>
              <a:spcBef>
                <a:spcPts val="1001"/>
              </a:spcBef>
              <a:buClr>
                <a:srgbClr val="25A7BD"/>
              </a:buClr>
              <a:buFont typeface="Wingdings" charset="2"/>
              <a:buChar char=""/>
            </a:pPr>
            <a:r>
              <a:rPr lang="fr-FR" sz="2400" b="0" u="none" strike="noStrike" dirty="0">
                <a:solidFill>
                  <a:schemeClr val="dk1"/>
                </a:solidFill>
                <a:uFillTx/>
                <a:latin typeface="Calibri"/>
                <a:ea typeface="Calibri"/>
              </a:rPr>
              <a:t> Concepts liés au cloud </a:t>
            </a:r>
            <a:r>
              <a:rPr lang="fr-FR" sz="2400" b="0" u="none" strike="noStrike" dirty="0" err="1">
                <a:solidFill>
                  <a:schemeClr val="dk1"/>
                </a:solidFill>
                <a:uFillTx/>
                <a:latin typeface="Calibri"/>
                <a:ea typeface="Calibri"/>
              </a:rPr>
              <a:t>computing</a:t>
            </a:r>
            <a:endParaRPr lang="fr-FR" sz="2400" b="0" u="none" strike="noStrike" dirty="0">
              <a:solidFill>
                <a:srgbClr val="000000"/>
              </a:solidFill>
              <a:uFillTx/>
              <a:latin typeface="Arial"/>
            </a:endParaRPr>
          </a:p>
          <a:p>
            <a:pPr marL="228600" indent="-228600" defTabSz="914400">
              <a:lnSpc>
                <a:spcPct val="90000"/>
              </a:lnSpc>
              <a:spcBef>
                <a:spcPts val="1001"/>
              </a:spcBef>
              <a:buClr>
                <a:srgbClr val="25A7BD"/>
              </a:buClr>
              <a:buFont typeface="Wingdings" charset="2"/>
              <a:buChar char=""/>
            </a:pPr>
            <a:r>
              <a:rPr lang="fr-FR" sz="2400" b="0" u="none" strike="noStrike" dirty="0">
                <a:solidFill>
                  <a:schemeClr val="dk1"/>
                </a:solidFill>
                <a:uFillTx/>
                <a:latin typeface="Calibri"/>
                <a:ea typeface="Calibri"/>
              </a:rPr>
              <a:t> Architecture conceptuelle de référence du cloud </a:t>
            </a:r>
            <a:r>
              <a:rPr lang="fr-FR" sz="2400" b="0" u="none" strike="noStrike" dirty="0" err="1">
                <a:solidFill>
                  <a:schemeClr val="dk1"/>
                </a:solidFill>
                <a:uFillTx/>
                <a:latin typeface="Calibri"/>
                <a:ea typeface="Calibri"/>
              </a:rPr>
              <a:t>computing</a:t>
            </a:r>
            <a:endParaRPr lang="fr-FR" sz="2400" b="0" u="none" strike="noStrike" dirty="0">
              <a:solidFill>
                <a:srgbClr val="000000"/>
              </a:solidFill>
              <a:uFillTx/>
              <a:latin typeface="Arial"/>
            </a:endParaRPr>
          </a:p>
          <a:p>
            <a:pPr marL="228600" indent="-228600" defTabSz="914400">
              <a:lnSpc>
                <a:spcPct val="90000"/>
              </a:lnSpc>
              <a:spcBef>
                <a:spcPts val="1001"/>
              </a:spcBef>
              <a:buClr>
                <a:srgbClr val="25A7BD"/>
              </a:buClr>
              <a:buFont typeface="Wingdings" charset="2"/>
              <a:buChar char=""/>
            </a:pPr>
            <a:r>
              <a:rPr lang="fr-FR" sz="2400" b="0" u="none" strike="noStrike" dirty="0">
                <a:solidFill>
                  <a:schemeClr val="dk1"/>
                </a:solidFill>
                <a:uFillTx/>
                <a:latin typeface="Calibri"/>
                <a:ea typeface="Calibri"/>
              </a:rPr>
              <a:t> Les services du cloud </a:t>
            </a:r>
            <a:r>
              <a:rPr lang="fr-FR" sz="2400" b="0" u="none" strike="noStrike" dirty="0" err="1">
                <a:solidFill>
                  <a:schemeClr val="dk1"/>
                </a:solidFill>
                <a:uFillTx/>
                <a:latin typeface="Calibri"/>
                <a:ea typeface="Calibri"/>
              </a:rPr>
              <a:t>computing</a:t>
            </a:r>
            <a:r>
              <a:rPr lang="fr-FR" sz="2400" b="0" u="none" strike="noStrike" dirty="0">
                <a:solidFill>
                  <a:schemeClr val="dk1"/>
                </a:solidFill>
                <a:uFillTx/>
                <a:latin typeface="Calibri"/>
                <a:ea typeface="Calibri"/>
              </a:rPr>
              <a:t> et leurs modèles de déploiement</a:t>
            </a:r>
            <a:endParaRPr lang="fr-FR" sz="2400" b="0" u="none" strike="noStrike" dirty="0">
              <a:solidFill>
                <a:srgbClr val="000000"/>
              </a:solidFill>
              <a:uFillTx/>
              <a:latin typeface="Arial"/>
            </a:endParaRPr>
          </a:p>
        </p:txBody>
      </p:sp>
      <p:sp>
        <p:nvSpPr>
          <p:cNvPr id="371" name="PlaceHolder 4"/>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6" name="PlaceHolder 5"/>
          <p:cNvSpPr>
            <a:spLocks noGrp="1"/>
          </p:cNvSpPr>
          <p:nvPr>
            <p:ph type="sldNum" idx="26"/>
          </p:nvPr>
        </p:nvSpPr>
        <p:spPr/>
        <p:txBody>
          <a:bodyPr/>
          <a:lstStyle/>
          <a:p>
            <a:fld id="{892D0C49-613C-4AD9-854C-084E769878DA}"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p:cNvSpPr>
          <p:nvPr>
            <p:ph type="dt" idx="48"/>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73" name="PlaceHolder 2"/>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374" name="PlaceHolder 3"/>
          <p:cNvSpPr>
            <a:spLocks noGrp="1"/>
          </p:cNvSpPr>
          <p:nvPr>
            <p:ph type="title"/>
          </p:nvPr>
        </p:nvSpPr>
        <p:spPr>
          <a:xfrm>
            <a:off x="831960" y="1711080"/>
            <a:ext cx="10533600" cy="2943720"/>
          </a:xfrm>
          <a:prstGeom prst="rect">
            <a:avLst/>
          </a:prstGeom>
          <a:noFill/>
          <a:ln w="38160">
            <a:noFill/>
          </a:ln>
        </p:spPr>
        <p:txBody>
          <a:bodyPr lIns="91440" tIns="45720" rIns="91440" bIns="45720" anchor="ctr">
            <a:noAutofit/>
          </a:bodyPr>
          <a:lstStyle/>
          <a:p>
            <a:pPr indent="0" defTabSz="914400">
              <a:lnSpc>
                <a:spcPct val="90000"/>
              </a:lnSpc>
              <a:buNone/>
              <a:tabLst>
                <a:tab pos="0" algn="l"/>
              </a:tabLst>
            </a:pPr>
            <a:r>
              <a:rPr lang="fr-FR" sz="4800" b="0" u="none" strike="noStrike">
                <a:solidFill>
                  <a:srgbClr val="44445A"/>
                </a:solidFill>
                <a:uFillTx/>
                <a:latin typeface="Georgia"/>
              </a:rPr>
              <a:t>Introduction (Historique)</a:t>
            </a:r>
            <a:endParaRPr lang="fr-FR" sz="4800" b="0" u="none" strike="noStrike">
              <a:solidFill>
                <a:srgbClr val="000000"/>
              </a:solidFill>
              <a:uFillTx/>
              <a:latin typeface="Arial"/>
            </a:endParaRPr>
          </a:p>
        </p:txBody>
      </p:sp>
      <p:sp>
        <p:nvSpPr>
          <p:cNvPr id="5" name="PlaceHolder 4"/>
          <p:cNvSpPr>
            <a:spLocks noGrp="1"/>
          </p:cNvSpPr>
          <p:nvPr>
            <p:ph type="sldNum" idx="30"/>
          </p:nvPr>
        </p:nvSpPr>
        <p:spPr/>
        <p:txBody>
          <a:bodyPr/>
          <a:lstStyle/>
          <a:p>
            <a:fld id="{F0081088-A7CB-49D9-82A4-E1F0480ECE93}"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Introduction (Historique)</a:t>
            </a:r>
            <a:endParaRPr lang="fr-FR" sz="3200" b="0" u="none" strike="noStrike">
              <a:solidFill>
                <a:srgbClr val="000000"/>
              </a:solidFill>
              <a:uFillTx/>
              <a:latin typeface="Arial"/>
            </a:endParaRPr>
          </a:p>
        </p:txBody>
      </p:sp>
      <p:sp>
        <p:nvSpPr>
          <p:cNvPr id="376" name="PlaceHolder 2"/>
          <p:cNvSpPr>
            <a:spLocks noGrp="1"/>
          </p:cNvSpPr>
          <p:nvPr>
            <p:ph/>
          </p:nvPr>
        </p:nvSpPr>
        <p:spPr>
          <a:xfrm>
            <a:off x="900000" y="1769040"/>
            <a:ext cx="10514880" cy="435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endParaRPr lang="fr-FR" sz="2400" b="0" u="none" strike="noStrike">
              <a:solidFill>
                <a:srgbClr val="000000"/>
              </a:solidFill>
              <a:uFillTx/>
              <a:latin typeface="Arial"/>
            </a:endParaRPr>
          </a:p>
          <a:p>
            <a:pPr marL="228600" indent="-228600" defTabSz="914400">
              <a:lnSpc>
                <a:spcPct val="90000"/>
              </a:lnSpc>
              <a:spcBef>
                <a:spcPts val="1001"/>
              </a:spcBef>
              <a:buClr>
                <a:srgbClr val="202122"/>
              </a:buClr>
              <a:buFont typeface="Arial"/>
              <a:buChar char="•"/>
              <a:tabLst>
                <a:tab pos="0" algn="l"/>
              </a:tabLst>
            </a:pPr>
            <a:r>
              <a:rPr lang="fr-FR" sz="2400" b="0" u="none" strike="noStrike">
                <a:solidFill>
                  <a:srgbClr val="202122"/>
                </a:solidFill>
                <a:uFillTx/>
                <a:latin typeface="Arial"/>
                <a:ea typeface="Calibri"/>
              </a:rPr>
              <a:t>Le	cloud	computing est un concept assez récent dans le domaine de l’informatique.</a:t>
            </a:r>
            <a:endParaRPr lang="fr-FR" sz="2400" b="0" u="none" strike="noStrike">
              <a:solidFill>
                <a:srgbClr val="000000"/>
              </a:solidFill>
              <a:uFillTx/>
              <a:latin typeface="Arial"/>
            </a:endParaRPr>
          </a:p>
          <a:p>
            <a:pPr marL="228600" indent="-228600" defTabSz="914400">
              <a:lnSpc>
                <a:spcPct val="90000"/>
              </a:lnSpc>
              <a:spcBef>
                <a:spcPts val="1001"/>
              </a:spcBef>
              <a:buClr>
                <a:srgbClr val="202122"/>
              </a:buClr>
              <a:buFont typeface="Arial"/>
              <a:buChar char="•"/>
              <a:tabLst>
                <a:tab pos="0" algn="l"/>
              </a:tabLst>
            </a:pPr>
            <a:r>
              <a:rPr lang="fr-FR" sz="2400" b="0" u="none" strike="noStrike">
                <a:solidFill>
                  <a:srgbClr val="202122"/>
                </a:solidFill>
                <a:uFillTx/>
                <a:latin typeface="Arial"/>
                <a:ea typeface="Calibri"/>
              </a:rPr>
              <a:t>La première énonciation de ce concept date de 1960 par John McCarthy.</a:t>
            </a:r>
            <a:endParaRPr lang="fr-FR" sz="2400" b="0" u="none" strike="noStrike">
              <a:solidFill>
                <a:srgbClr val="000000"/>
              </a:solidFill>
              <a:uFillTx/>
              <a:latin typeface="Arial"/>
            </a:endParaRPr>
          </a:p>
          <a:p>
            <a:pPr marL="228600" indent="-228600" defTabSz="914400">
              <a:lnSpc>
                <a:spcPct val="90000"/>
              </a:lnSpc>
              <a:spcBef>
                <a:spcPts val="1191"/>
              </a:spcBef>
              <a:spcAft>
                <a:spcPts val="992"/>
              </a:spcAft>
              <a:buClr>
                <a:srgbClr val="202122"/>
              </a:buClr>
              <a:buFont typeface="Arial"/>
              <a:buChar char="•"/>
              <a:tabLst>
                <a:tab pos="0" algn="l"/>
              </a:tabLst>
            </a:pPr>
            <a:r>
              <a:rPr lang="fr-FR" sz="2400" b="0" u="none" strike="noStrike">
                <a:solidFill>
                  <a:srgbClr val="202122"/>
                </a:solidFill>
                <a:uFillTx/>
                <a:latin typeface="Arial"/>
                <a:ea typeface="Calibri"/>
              </a:rPr>
              <a:t>Il envisageait à cette époque que les matériels, équipements, ou installations informatiques pouvaient être délivrés aux utilisateurs sous forme de services. </a:t>
            </a:r>
            <a:endParaRPr lang="fr-FR" sz="2400" b="0" u="none" strike="noStrike">
              <a:solidFill>
                <a:srgbClr val="000000"/>
              </a:solidFill>
              <a:uFillTx/>
              <a:latin typeface="Arial"/>
            </a:endParaRPr>
          </a:p>
        </p:txBody>
      </p:sp>
      <p:sp>
        <p:nvSpPr>
          <p:cNvPr id="377" name="PlaceHolder 3"/>
          <p:cNvSpPr>
            <a:spLocks noGrp="1"/>
          </p:cNvSpPr>
          <p:nvPr>
            <p:ph type="dt" idx="49"/>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78" name="PlaceHolder 4"/>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6" name="PlaceHolder 5"/>
          <p:cNvSpPr>
            <a:spLocks noGrp="1"/>
          </p:cNvSpPr>
          <p:nvPr>
            <p:ph type="sldNum" idx="32"/>
          </p:nvPr>
        </p:nvSpPr>
        <p:spPr/>
        <p:txBody>
          <a:bodyPr/>
          <a:lstStyle/>
          <a:p>
            <a:fld id="{70234657-C457-410D-8C83-976CB482214F}"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Historique - Evolution d’internet</a:t>
            </a:r>
            <a:endParaRPr lang="fr-FR" sz="3200" b="0" u="none" strike="noStrike">
              <a:solidFill>
                <a:srgbClr val="000000"/>
              </a:solidFill>
              <a:uFillTx/>
              <a:latin typeface="Arial"/>
            </a:endParaRPr>
          </a:p>
        </p:txBody>
      </p:sp>
      <p:sp>
        <p:nvSpPr>
          <p:cNvPr id="380" name="PlaceHolder 2"/>
          <p:cNvSpPr>
            <a:spLocks noGrp="1"/>
          </p:cNvSpPr>
          <p:nvPr>
            <p:ph type="dt" idx="50"/>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81"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pic>
        <p:nvPicPr>
          <p:cNvPr id="382" name="object 4"/>
          <p:cNvPicPr/>
          <p:nvPr/>
        </p:nvPicPr>
        <p:blipFill>
          <a:blip r:embed="rId2"/>
          <a:stretch/>
        </p:blipFill>
        <p:spPr>
          <a:xfrm>
            <a:off x="2340000" y="1800000"/>
            <a:ext cx="7040880" cy="4451400"/>
          </a:xfrm>
          <a:prstGeom prst="rect">
            <a:avLst/>
          </a:prstGeom>
          <a:ln w="0">
            <a:noFill/>
          </a:ln>
        </p:spPr>
      </p:pic>
      <p:sp>
        <p:nvSpPr>
          <p:cNvPr id="5" name="PlaceHolder 4"/>
          <p:cNvSpPr>
            <a:spLocks noGrp="1"/>
          </p:cNvSpPr>
          <p:nvPr>
            <p:ph type="sldNum" idx="32"/>
          </p:nvPr>
        </p:nvSpPr>
        <p:spPr/>
        <p:txBody>
          <a:bodyPr/>
          <a:lstStyle/>
          <a:p>
            <a:fld id="{5218E498-F7E4-48D5-8954-8F1592DA56E4}"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Le début (40-70)</a:t>
            </a:r>
            <a:endParaRPr lang="fr-FR" sz="3200" b="0" u="none" strike="noStrike">
              <a:solidFill>
                <a:srgbClr val="000000"/>
              </a:solidFill>
              <a:uFillTx/>
              <a:latin typeface="Arial"/>
            </a:endParaRPr>
          </a:p>
        </p:txBody>
      </p:sp>
      <p:sp>
        <p:nvSpPr>
          <p:cNvPr id="384" name="PlaceHolder 2"/>
          <p:cNvSpPr>
            <a:spLocks noGrp="1"/>
          </p:cNvSpPr>
          <p:nvPr>
            <p:ph type="dt" idx="51"/>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85"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386" name="object 1"/>
          <p:cNvSpPr/>
          <p:nvPr/>
        </p:nvSpPr>
        <p:spPr>
          <a:xfrm>
            <a:off x="1961640" y="1800000"/>
            <a:ext cx="2885400" cy="34668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a:lnSpc>
                <a:spcPct val="100000"/>
              </a:lnSpc>
              <a:spcBef>
                <a:spcPts val="96"/>
              </a:spcBef>
              <a:tabLst>
                <a:tab pos="469440" algn="l"/>
              </a:tabLst>
            </a:pPr>
            <a:endParaRPr lang="fr-FR" sz="1800" b="0" u="none" strike="noStrike">
              <a:solidFill>
                <a:srgbClr val="000000"/>
              </a:solidFill>
              <a:uFillTx/>
              <a:latin typeface="Arial"/>
            </a:endParaRPr>
          </a:p>
        </p:txBody>
      </p:sp>
      <p:sp>
        <p:nvSpPr>
          <p:cNvPr id="387" name="object 5"/>
          <p:cNvSpPr/>
          <p:nvPr/>
        </p:nvSpPr>
        <p:spPr>
          <a:xfrm>
            <a:off x="2418840" y="2196000"/>
            <a:ext cx="7120800" cy="366660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469440" indent="-456480">
              <a:lnSpc>
                <a:spcPct val="100000"/>
              </a:lnSpc>
              <a:spcBef>
                <a:spcPts val="96"/>
              </a:spcBef>
              <a:buClr>
                <a:srgbClr val="000000"/>
              </a:buClr>
              <a:buFont typeface="Arial MT"/>
              <a:buChar char="•"/>
              <a:tabLst>
                <a:tab pos="469440" algn="l"/>
              </a:tabLst>
            </a:pPr>
            <a:r>
              <a:rPr lang="fr-FR" sz="2400" b="0" u="none" strike="noStrike">
                <a:solidFill>
                  <a:srgbClr val="000000"/>
                </a:solidFill>
                <a:uFillTx/>
                <a:latin typeface="Calibri"/>
              </a:rPr>
              <a:t>ENIAC</a:t>
            </a:r>
            <a:r>
              <a:rPr lang="fr-FR" sz="2400" b="0" u="none" strike="noStrike" spc="-74">
                <a:solidFill>
                  <a:srgbClr val="000000"/>
                </a:solidFill>
                <a:uFillTx/>
                <a:latin typeface="Calibri"/>
              </a:rPr>
              <a:t> </a:t>
            </a:r>
            <a:r>
              <a:rPr lang="fr-FR" sz="2400" b="0" u="none" strike="noStrike" spc="-11">
                <a:solidFill>
                  <a:srgbClr val="000000"/>
                </a:solidFill>
                <a:uFillTx/>
                <a:latin typeface="Calibri"/>
              </a:rPr>
              <a:t>(1942)</a:t>
            </a:r>
            <a:endParaRPr lang="fr-FR" sz="2400" b="0" u="none" strike="noStrike">
              <a:solidFill>
                <a:srgbClr val="000000"/>
              </a:solidFill>
              <a:uFillTx/>
              <a:latin typeface="Calibri"/>
            </a:endParaRPr>
          </a:p>
          <a:p>
            <a:pPr marL="469440" indent="-456480">
              <a:lnSpc>
                <a:spcPct val="100000"/>
              </a:lnSpc>
              <a:spcBef>
                <a:spcPts val="6"/>
              </a:spcBef>
              <a:buClr>
                <a:srgbClr val="000000"/>
              </a:buClr>
              <a:buFont typeface="Arial MT"/>
              <a:buChar char="•"/>
              <a:tabLst>
                <a:tab pos="469440" algn="l"/>
              </a:tabLst>
            </a:pPr>
            <a:r>
              <a:rPr lang="fr-FR" sz="2400" b="0" u="none" strike="noStrike">
                <a:solidFill>
                  <a:srgbClr val="000000"/>
                </a:solidFill>
                <a:uFillTx/>
                <a:latin typeface="Calibri"/>
              </a:rPr>
              <a:t>EDVAC</a:t>
            </a:r>
            <a:r>
              <a:rPr lang="fr-FR" sz="2400" b="0" u="none" strike="noStrike" spc="-71">
                <a:solidFill>
                  <a:srgbClr val="000000"/>
                </a:solidFill>
                <a:uFillTx/>
                <a:latin typeface="Calibri"/>
              </a:rPr>
              <a:t> </a:t>
            </a:r>
            <a:r>
              <a:rPr lang="fr-FR" sz="2400" b="0" u="none" strike="noStrike" spc="-11">
                <a:solidFill>
                  <a:srgbClr val="000000"/>
                </a:solidFill>
                <a:uFillTx/>
                <a:latin typeface="Calibri"/>
              </a:rPr>
              <a:t>(1945)</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spc="-11">
                <a:solidFill>
                  <a:srgbClr val="000000"/>
                </a:solidFill>
                <a:uFillTx/>
                <a:latin typeface="Calibri"/>
              </a:rPr>
              <a:t>Développement</a:t>
            </a:r>
            <a:r>
              <a:rPr lang="fr-FR" sz="2400" b="0" u="none" strike="noStrike" spc="6">
                <a:solidFill>
                  <a:srgbClr val="000000"/>
                </a:solidFill>
                <a:uFillTx/>
                <a:latin typeface="Calibri"/>
              </a:rPr>
              <a:t> </a:t>
            </a:r>
            <a:r>
              <a:rPr lang="fr-FR" sz="2400" b="0" u="none" strike="noStrike">
                <a:solidFill>
                  <a:srgbClr val="000000"/>
                </a:solidFill>
                <a:uFillTx/>
                <a:latin typeface="Calibri"/>
              </a:rPr>
              <a:t>du</a:t>
            </a:r>
            <a:r>
              <a:rPr lang="fr-FR" sz="2400" b="0" u="none" strike="noStrike" spc="-40">
                <a:solidFill>
                  <a:srgbClr val="000000"/>
                </a:solidFill>
                <a:uFillTx/>
                <a:latin typeface="Calibri"/>
              </a:rPr>
              <a:t> </a:t>
            </a:r>
            <a:r>
              <a:rPr lang="fr-FR" sz="2400" b="0" u="none" strike="noStrike" spc="-20">
                <a:solidFill>
                  <a:srgbClr val="000000"/>
                </a:solidFill>
                <a:uFillTx/>
                <a:latin typeface="Calibri"/>
              </a:rPr>
              <a:t>mini-</a:t>
            </a:r>
            <a:r>
              <a:rPr lang="fr-FR" sz="2400" b="0" u="none" strike="noStrike" spc="-11">
                <a:solidFill>
                  <a:srgbClr val="000000"/>
                </a:solidFill>
                <a:uFillTx/>
                <a:latin typeface="Calibri"/>
              </a:rPr>
              <a:t>ordinateur(1960)</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a:solidFill>
                  <a:srgbClr val="000000"/>
                </a:solidFill>
                <a:uFillTx/>
                <a:latin typeface="Calibri"/>
              </a:rPr>
              <a:t>john</a:t>
            </a:r>
            <a:r>
              <a:rPr lang="fr-FR" sz="2400" b="0" u="none" strike="noStrike" spc="-74">
                <a:solidFill>
                  <a:srgbClr val="000000"/>
                </a:solidFill>
                <a:uFillTx/>
                <a:latin typeface="Calibri"/>
              </a:rPr>
              <a:t> </a:t>
            </a:r>
            <a:r>
              <a:rPr lang="fr-FR" sz="2400" b="0" u="none" strike="noStrike">
                <a:solidFill>
                  <a:srgbClr val="000000"/>
                </a:solidFill>
                <a:uFillTx/>
                <a:latin typeface="Calibri"/>
              </a:rPr>
              <a:t>McCarth</a:t>
            </a:r>
            <a:r>
              <a:rPr lang="fr-FR" sz="2400" b="0" u="none" strike="noStrike" spc="-51">
                <a:solidFill>
                  <a:srgbClr val="000000"/>
                </a:solidFill>
                <a:uFillTx/>
                <a:latin typeface="Calibri"/>
              </a:rPr>
              <a:t> </a:t>
            </a:r>
            <a:r>
              <a:rPr lang="fr-FR" sz="2400" b="0" u="none" strike="noStrike">
                <a:solidFill>
                  <a:srgbClr val="000000"/>
                </a:solidFill>
                <a:uFillTx/>
                <a:latin typeface="Calibri"/>
              </a:rPr>
              <a:t>présente</a:t>
            </a:r>
            <a:r>
              <a:rPr lang="fr-FR" sz="2400" b="0" u="none" strike="noStrike" spc="-45">
                <a:solidFill>
                  <a:srgbClr val="000000"/>
                </a:solidFill>
                <a:uFillTx/>
                <a:latin typeface="Calibri"/>
              </a:rPr>
              <a:t> </a:t>
            </a:r>
            <a:r>
              <a:rPr lang="fr-FR" sz="2400" b="0" u="none" strike="noStrike">
                <a:solidFill>
                  <a:srgbClr val="000000"/>
                </a:solidFill>
                <a:uFillTx/>
                <a:latin typeface="Calibri"/>
              </a:rPr>
              <a:t>le</a:t>
            </a:r>
            <a:r>
              <a:rPr lang="fr-FR" sz="2400" b="0" u="none" strike="noStrike" spc="-65">
                <a:solidFill>
                  <a:srgbClr val="000000"/>
                </a:solidFill>
                <a:uFillTx/>
                <a:latin typeface="Calibri"/>
              </a:rPr>
              <a:t> </a:t>
            </a:r>
            <a:r>
              <a:rPr lang="fr-FR" sz="2400" b="0" u="none" strike="noStrike">
                <a:solidFill>
                  <a:srgbClr val="000000"/>
                </a:solidFill>
                <a:uFillTx/>
                <a:latin typeface="Calibri"/>
              </a:rPr>
              <a:t>concept</a:t>
            </a:r>
            <a:r>
              <a:rPr lang="fr-FR" sz="2400" b="0" u="none" strike="noStrike" spc="-34">
                <a:solidFill>
                  <a:srgbClr val="000000"/>
                </a:solidFill>
                <a:uFillTx/>
                <a:latin typeface="Calibri"/>
              </a:rPr>
              <a:t> </a:t>
            </a:r>
            <a:r>
              <a:rPr lang="fr-FR" sz="2400" b="0" u="none" strike="noStrike">
                <a:solidFill>
                  <a:srgbClr val="000000"/>
                </a:solidFill>
                <a:uFillTx/>
                <a:latin typeface="Calibri"/>
              </a:rPr>
              <a:t>du</a:t>
            </a:r>
            <a:r>
              <a:rPr lang="fr-FR" sz="2400" b="0" u="none" strike="noStrike" spc="-71">
                <a:solidFill>
                  <a:srgbClr val="000000"/>
                </a:solidFill>
                <a:uFillTx/>
                <a:latin typeface="Calibri"/>
              </a:rPr>
              <a:t> </a:t>
            </a:r>
            <a:r>
              <a:rPr lang="fr-FR" sz="2400" b="0" u="none" strike="noStrike" spc="-11">
                <a:solidFill>
                  <a:srgbClr val="000000"/>
                </a:solidFill>
                <a:uFillTx/>
                <a:latin typeface="Calibri"/>
              </a:rPr>
              <a:t>cloud(1961)</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a:solidFill>
                  <a:srgbClr val="000000"/>
                </a:solidFill>
                <a:uFillTx/>
                <a:latin typeface="Calibri"/>
              </a:rPr>
              <a:t>Première</a:t>
            </a:r>
            <a:r>
              <a:rPr lang="fr-FR" sz="2400" b="0" u="none" strike="noStrike" spc="-113">
                <a:solidFill>
                  <a:srgbClr val="000000"/>
                </a:solidFill>
                <a:uFillTx/>
                <a:latin typeface="Calibri"/>
              </a:rPr>
              <a:t> </a:t>
            </a:r>
            <a:r>
              <a:rPr lang="fr-FR" sz="2400" b="0" u="none" strike="noStrike">
                <a:solidFill>
                  <a:srgbClr val="000000"/>
                </a:solidFill>
                <a:uFillTx/>
                <a:latin typeface="Calibri"/>
              </a:rPr>
              <a:t>interface</a:t>
            </a:r>
            <a:r>
              <a:rPr lang="fr-FR" sz="2400" b="0" u="none" strike="noStrike" spc="-91">
                <a:solidFill>
                  <a:srgbClr val="000000"/>
                </a:solidFill>
                <a:uFillTx/>
                <a:latin typeface="Calibri"/>
              </a:rPr>
              <a:t> </a:t>
            </a:r>
            <a:r>
              <a:rPr lang="fr-FR" sz="2400" b="0" u="none" strike="noStrike">
                <a:solidFill>
                  <a:srgbClr val="000000"/>
                </a:solidFill>
                <a:uFillTx/>
                <a:latin typeface="Calibri"/>
              </a:rPr>
              <a:t>utilisateur</a:t>
            </a:r>
            <a:r>
              <a:rPr lang="fr-FR" sz="2400" b="0" u="none" strike="noStrike" spc="-91">
                <a:solidFill>
                  <a:srgbClr val="000000"/>
                </a:solidFill>
                <a:uFillTx/>
                <a:latin typeface="Calibri"/>
              </a:rPr>
              <a:t> </a:t>
            </a:r>
            <a:r>
              <a:rPr lang="fr-FR" sz="2400" b="0" u="none" strike="noStrike">
                <a:solidFill>
                  <a:srgbClr val="000000"/>
                </a:solidFill>
                <a:uFillTx/>
                <a:latin typeface="Calibri"/>
              </a:rPr>
              <a:t>Windows</a:t>
            </a:r>
            <a:r>
              <a:rPr lang="fr-FR" sz="2400" b="0" u="none" strike="noStrike" spc="-113">
                <a:solidFill>
                  <a:srgbClr val="000000"/>
                </a:solidFill>
                <a:uFillTx/>
                <a:latin typeface="Calibri"/>
              </a:rPr>
              <a:t> </a:t>
            </a:r>
            <a:r>
              <a:rPr lang="fr-FR" sz="2400" b="0" u="none" strike="noStrike" spc="-11">
                <a:solidFill>
                  <a:srgbClr val="000000"/>
                </a:solidFill>
                <a:uFillTx/>
                <a:latin typeface="Calibri"/>
              </a:rPr>
              <a:t>(1964)</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a:solidFill>
                  <a:srgbClr val="000000"/>
                </a:solidFill>
                <a:uFillTx/>
                <a:latin typeface="Calibri"/>
              </a:rPr>
              <a:t>Fondation</a:t>
            </a:r>
            <a:r>
              <a:rPr lang="fr-FR" sz="2400" b="0" u="none" strike="noStrike" spc="-99">
                <a:solidFill>
                  <a:srgbClr val="000000"/>
                </a:solidFill>
                <a:uFillTx/>
                <a:latin typeface="Calibri"/>
              </a:rPr>
              <a:t> </a:t>
            </a:r>
            <a:r>
              <a:rPr lang="fr-FR" sz="2400" b="0" u="none" strike="noStrike" spc="-11">
                <a:solidFill>
                  <a:srgbClr val="000000"/>
                </a:solidFill>
                <a:uFillTx/>
                <a:latin typeface="Calibri"/>
              </a:rPr>
              <a:t>d'intel(1968)</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spc="-11">
                <a:solidFill>
                  <a:srgbClr val="000000"/>
                </a:solidFill>
                <a:uFillTx/>
                <a:latin typeface="Calibri"/>
              </a:rPr>
              <a:t>Développement</a:t>
            </a:r>
            <a:r>
              <a:rPr lang="fr-FR" sz="2400" b="0" u="none" strike="noStrike" spc="-34">
                <a:solidFill>
                  <a:srgbClr val="000000"/>
                </a:solidFill>
                <a:uFillTx/>
                <a:latin typeface="Calibri"/>
              </a:rPr>
              <a:t> </a:t>
            </a:r>
            <a:r>
              <a:rPr lang="fr-FR" sz="2400" b="0" u="none" strike="noStrike">
                <a:solidFill>
                  <a:srgbClr val="000000"/>
                </a:solidFill>
                <a:uFillTx/>
                <a:latin typeface="Calibri"/>
              </a:rPr>
              <a:t>d'ARPANet</a:t>
            </a:r>
            <a:r>
              <a:rPr lang="fr-FR" sz="2400" b="0" u="none" strike="noStrike" spc="-51">
                <a:solidFill>
                  <a:srgbClr val="000000"/>
                </a:solidFill>
                <a:uFillTx/>
                <a:latin typeface="Calibri"/>
              </a:rPr>
              <a:t> </a:t>
            </a:r>
            <a:r>
              <a:rPr lang="fr-FR" sz="2400" b="0" u="none" strike="noStrike">
                <a:solidFill>
                  <a:srgbClr val="000000"/>
                </a:solidFill>
                <a:uFillTx/>
                <a:latin typeface="Calibri"/>
              </a:rPr>
              <a:t>&amp;</a:t>
            </a:r>
            <a:r>
              <a:rPr lang="fr-FR" sz="2400" b="0" u="none" strike="noStrike" spc="-79">
                <a:solidFill>
                  <a:srgbClr val="000000"/>
                </a:solidFill>
                <a:uFillTx/>
                <a:latin typeface="Calibri"/>
              </a:rPr>
              <a:t> </a:t>
            </a:r>
            <a:r>
              <a:rPr lang="fr-FR" sz="2400" b="0" u="none" strike="noStrike">
                <a:solidFill>
                  <a:srgbClr val="000000"/>
                </a:solidFill>
                <a:uFillTx/>
                <a:latin typeface="Calibri"/>
              </a:rPr>
              <a:t>Création</a:t>
            </a:r>
            <a:r>
              <a:rPr lang="fr-FR" sz="2400" b="0" u="none" strike="noStrike" spc="-60">
                <a:solidFill>
                  <a:srgbClr val="000000"/>
                </a:solidFill>
                <a:uFillTx/>
                <a:latin typeface="Calibri"/>
              </a:rPr>
              <a:t> </a:t>
            </a:r>
            <a:r>
              <a:rPr lang="fr-FR" sz="2400" b="0" u="none" strike="noStrike" spc="-11">
                <a:solidFill>
                  <a:srgbClr val="000000"/>
                </a:solidFill>
                <a:uFillTx/>
                <a:latin typeface="Calibri"/>
              </a:rPr>
              <a:t>d'UNIX(1969)</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a:solidFill>
                  <a:srgbClr val="000000"/>
                </a:solidFill>
                <a:uFillTx/>
                <a:latin typeface="Calibri"/>
              </a:rPr>
              <a:t>ARPANet</a:t>
            </a:r>
            <a:r>
              <a:rPr lang="fr-FR" sz="2400" b="0" u="none" strike="noStrike" spc="-74">
                <a:solidFill>
                  <a:srgbClr val="000000"/>
                </a:solidFill>
                <a:uFillTx/>
                <a:latin typeface="Calibri"/>
              </a:rPr>
              <a:t> </a:t>
            </a:r>
            <a:r>
              <a:rPr lang="fr-FR" sz="2400" b="0" u="none" strike="noStrike">
                <a:solidFill>
                  <a:srgbClr val="000000"/>
                </a:solidFill>
                <a:uFillTx/>
                <a:latin typeface="Calibri"/>
              </a:rPr>
              <a:t>se</a:t>
            </a:r>
            <a:r>
              <a:rPr lang="fr-FR" sz="2400" b="0" u="none" strike="noStrike" spc="-85">
                <a:solidFill>
                  <a:srgbClr val="000000"/>
                </a:solidFill>
                <a:uFillTx/>
                <a:latin typeface="Calibri"/>
              </a:rPr>
              <a:t> </a:t>
            </a:r>
            <a:r>
              <a:rPr lang="fr-FR" sz="2400" b="0" u="none" strike="noStrike">
                <a:solidFill>
                  <a:srgbClr val="000000"/>
                </a:solidFill>
                <a:uFillTx/>
                <a:latin typeface="Calibri"/>
              </a:rPr>
              <a:t>transforme</a:t>
            </a:r>
            <a:r>
              <a:rPr lang="fr-FR" sz="2400" b="0" u="none" strike="noStrike" spc="-65">
                <a:solidFill>
                  <a:srgbClr val="000000"/>
                </a:solidFill>
                <a:uFillTx/>
                <a:latin typeface="Calibri"/>
              </a:rPr>
              <a:t> </a:t>
            </a:r>
            <a:r>
              <a:rPr lang="fr-FR" sz="2400" b="0" u="none" strike="noStrike">
                <a:solidFill>
                  <a:srgbClr val="000000"/>
                </a:solidFill>
                <a:uFillTx/>
                <a:latin typeface="Calibri"/>
              </a:rPr>
              <a:t>en</a:t>
            </a:r>
            <a:r>
              <a:rPr lang="fr-FR" sz="2400" b="0" u="none" strike="noStrike" spc="-74">
                <a:solidFill>
                  <a:srgbClr val="000000"/>
                </a:solidFill>
                <a:uFillTx/>
                <a:latin typeface="Calibri"/>
              </a:rPr>
              <a:t> </a:t>
            </a:r>
            <a:r>
              <a:rPr lang="fr-FR" sz="2400" b="0" u="none" strike="noStrike" spc="-11">
                <a:solidFill>
                  <a:srgbClr val="000000"/>
                </a:solidFill>
                <a:uFillTx/>
                <a:latin typeface="Calibri"/>
              </a:rPr>
              <a:t>internet(1970)</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a:solidFill>
                  <a:srgbClr val="000000"/>
                </a:solidFill>
                <a:uFillTx/>
                <a:latin typeface="Calibri"/>
              </a:rPr>
              <a:t>Envoi</a:t>
            </a:r>
            <a:r>
              <a:rPr lang="fr-FR" sz="2400" b="0" u="none" strike="noStrike" spc="-54">
                <a:solidFill>
                  <a:srgbClr val="000000"/>
                </a:solidFill>
                <a:uFillTx/>
                <a:latin typeface="Calibri"/>
              </a:rPr>
              <a:t> </a:t>
            </a:r>
            <a:r>
              <a:rPr lang="fr-FR" sz="2400" b="0" u="none" strike="noStrike">
                <a:solidFill>
                  <a:srgbClr val="000000"/>
                </a:solidFill>
                <a:uFillTx/>
                <a:latin typeface="Calibri"/>
              </a:rPr>
              <a:t>du</a:t>
            </a:r>
            <a:r>
              <a:rPr lang="fr-FR" sz="2400" b="0" u="none" strike="noStrike" spc="-60">
                <a:solidFill>
                  <a:srgbClr val="000000"/>
                </a:solidFill>
                <a:uFillTx/>
                <a:latin typeface="Calibri"/>
              </a:rPr>
              <a:t> </a:t>
            </a:r>
            <a:r>
              <a:rPr lang="fr-FR" sz="2400" b="0" u="none" strike="noStrike">
                <a:solidFill>
                  <a:srgbClr val="000000"/>
                </a:solidFill>
                <a:uFillTx/>
                <a:latin typeface="Calibri"/>
              </a:rPr>
              <a:t>premier</a:t>
            </a:r>
            <a:r>
              <a:rPr lang="fr-FR" sz="2400" b="0" u="none" strike="noStrike" spc="-54">
                <a:solidFill>
                  <a:srgbClr val="000000"/>
                </a:solidFill>
                <a:uFillTx/>
                <a:latin typeface="Calibri"/>
              </a:rPr>
              <a:t> </a:t>
            </a:r>
            <a:r>
              <a:rPr lang="fr-FR" sz="2400" b="0" u="none" strike="noStrike" spc="-26">
                <a:solidFill>
                  <a:srgbClr val="000000"/>
                </a:solidFill>
                <a:uFillTx/>
                <a:latin typeface="Calibri"/>
              </a:rPr>
              <a:t>e-</a:t>
            </a:r>
            <a:r>
              <a:rPr lang="fr-FR" sz="2400" b="0" u="none" strike="noStrike">
                <a:solidFill>
                  <a:srgbClr val="000000"/>
                </a:solidFill>
                <a:uFillTx/>
                <a:latin typeface="Calibri"/>
              </a:rPr>
              <a:t>mail</a:t>
            </a:r>
            <a:r>
              <a:rPr lang="fr-FR" sz="2400" b="0" u="none" strike="noStrike" spc="-34">
                <a:solidFill>
                  <a:srgbClr val="000000"/>
                </a:solidFill>
                <a:uFillTx/>
                <a:latin typeface="Calibri"/>
              </a:rPr>
              <a:t> </a:t>
            </a:r>
            <a:r>
              <a:rPr lang="fr-FR" sz="2400" b="0" u="none" strike="noStrike" spc="-11">
                <a:solidFill>
                  <a:srgbClr val="000000"/>
                </a:solidFill>
                <a:uFillTx/>
                <a:latin typeface="Calibri"/>
              </a:rPr>
              <a:t>(1971)</a:t>
            </a:r>
            <a:endParaRPr lang="fr-FR" sz="2400" b="0" u="none" strike="noStrike">
              <a:solidFill>
                <a:srgbClr val="000000"/>
              </a:solidFill>
              <a:uFillTx/>
              <a:latin typeface="Calibri"/>
            </a:endParaRPr>
          </a:p>
          <a:p>
            <a:pPr marL="469440" indent="-456480">
              <a:lnSpc>
                <a:spcPct val="100000"/>
              </a:lnSpc>
              <a:buClr>
                <a:srgbClr val="000000"/>
              </a:buClr>
              <a:buFont typeface="Arial MT"/>
              <a:buChar char="•"/>
              <a:tabLst>
                <a:tab pos="469440" algn="l"/>
              </a:tabLst>
            </a:pPr>
            <a:r>
              <a:rPr lang="fr-FR" sz="2400" b="0" u="none" strike="noStrike">
                <a:solidFill>
                  <a:srgbClr val="000000"/>
                </a:solidFill>
                <a:uFillTx/>
                <a:latin typeface="Calibri"/>
              </a:rPr>
              <a:t>Fondation</a:t>
            </a:r>
            <a:r>
              <a:rPr lang="fr-FR" sz="2400" b="0" u="none" strike="noStrike" spc="-60">
                <a:solidFill>
                  <a:srgbClr val="000000"/>
                </a:solidFill>
                <a:uFillTx/>
                <a:latin typeface="Calibri"/>
              </a:rPr>
              <a:t> </a:t>
            </a:r>
            <a:r>
              <a:rPr lang="fr-FR" sz="2400" b="0" u="none" strike="noStrike">
                <a:solidFill>
                  <a:srgbClr val="000000"/>
                </a:solidFill>
                <a:uFillTx/>
                <a:latin typeface="Calibri"/>
              </a:rPr>
              <a:t>de</a:t>
            </a:r>
            <a:r>
              <a:rPr lang="fr-FR" sz="2400" b="0" u="none" strike="noStrike" spc="-65">
                <a:solidFill>
                  <a:srgbClr val="000000"/>
                </a:solidFill>
                <a:uFillTx/>
                <a:latin typeface="Calibri"/>
              </a:rPr>
              <a:t> </a:t>
            </a:r>
            <a:r>
              <a:rPr lang="fr-FR" sz="2400" b="0" u="none" strike="noStrike">
                <a:solidFill>
                  <a:srgbClr val="000000"/>
                </a:solidFill>
                <a:uFillTx/>
                <a:latin typeface="Calibri"/>
              </a:rPr>
              <a:t>Microsoft,</a:t>
            </a:r>
            <a:r>
              <a:rPr lang="fr-FR" sz="2400" b="0" u="none" strike="noStrike" spc="-65">
                <a:solidFill>
                  <a:srgbClr val="000000"/>
                </a:solidFill>
                <a:uFillTx/>
                <a:latin typeface="Calibri"/>
              </a:rPr>
              <a:t> </a:t>
            </a:r>
            <a:r>
              <a:rPr lang="fr-FR" sz="2400" b="0" u="none" strike="noStrike">
                <a:solidFill>
                  <a:srgbClr val="000000"/>
                </a:solidFill>
                <a:uFillTx/>
                <a:latin typeface="Calibri"/>
              </a:rPr>
              <a:t>Apple,</a:t>
            </a:r>
            <a:r>
              <a:rPr lang="fr-FR" sz="2400" b="0" u="none" strike="noStrike" spc="-54">
                <a:solidFill>
                  <a:srgbClr val="000000"/>
                </a:solidFill>
                <a:uFillTx/>
                <a:latin typeface="Calibri"/>
              </a:rPr>
              <a:t> </a:t>
            </a:r>
            <a:r>
              <a:rPr lang="fr-FR" sz="2400" b="0" u="none" strike="noStrike">
                <a:solidFill>
                  <a:srgbClr val="000000"/>
                </a:solidFill>
                <a:uFillTx/>
                <a:latin typeface="Calibri"/>
              </a:rPr>
              <a:t>ORACLE</a:t>
            </a:r>
            <a:r>
              <a:rPr lang="fr-FR" sz="2400" b="0" u="none" strike="noStrike" spc="-74">
                <a:solidFill>
                  <a:srgbClr val="000000"/>
                </a:solidFill>
                <a:uFillTx/>
                <a:latin typeface="Calibri"/>
              </a:rPr>
              <a:t> </a:t>
            </a:r>
            <a:r>
              <a:rPr lang="fr-FR" sz="2400" b="0" u="none" strike="noStrike" spc="-20">
                <a:solidFill>
                  <a:srgbClr val="000000"/>
                </a:solidFill>
                <a:uFillTx/>
                <a:latin typeface="Calibri"/>
              </a:rPr>
              <a:t>(1974-</a:t>
            </a:r>
            <a:r>
              <a:rPr lang="fr-FR" sz="2400" b="0" u="none" strike="noStrike" spc="-11">
                <a:solidFill>
                  <a:srgbClr val="000000"/>
                </a:solidFill>
                <a:uFillTx/>
                <a:latin typeface="Calibri"/>
              </a:rPr>
              <a:t>1977)</a:t>
            </a:r>
            <a:endParaRPr lang="fr-FR" sz="2400" b="0" u="none" strike="noStrike">
              <a:solidFill>
                <a:srgbClr val="000000"/>
              </a:solidFill>
              <a:uFillTx/>
              <a:latin typeface="Calibri"/>
            </a:endParaRPr>
          </a:p>
        </p:txBody>
      </p:sp>
      <p:sp>
        <p:nvSpPr>
          <p:cNvPr id="5" name="PlaceHolder 4"/>
          <p:cNvSpPr>
            <a:spLocks noGrp="1"/>
          </p:cNvSpPr>
          <p:nvPr>
            <p:ph type="sldNum" idx="32"/>
          </p:nvPr>
        </p:nvSpPr>
        <p:spPr/>
        <p:txBody>
          <a:bodyPr/>
          <a:lstStyle/>
          <a:p>
            <a:fld id="{8ECB227C-9522-4B5A-81D5-F031023106DD}"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Invasion mondiale des ordinateurs(80)</a:t>
            </a:r>
            <a:endParaRPr lang="fr-FR" sz="3200" b="0" u="none" strike="noStrike">
              <a:solidFill>
                <a:srgbClr val="000000"/>
              </a:solidFill>
              <a:uFillTx/>
              <a:latin typeface="Arial"/>
            </a:endParaRPr>
          </a:p>
        </p:txBody>
      </p:sp>
      <p:sp>
        <p:nvSpPr>
          <p:cNvPr id="389" name="PlaceHolder 2"/>
          <p:cNvSpPr>
            <a:spLocks noGrp="1"/>
          </p:cNvSpPr>
          <p:nvPr>
            <p:ph type="dt" idx="52"/>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90"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391" name="object 6"/>
          <p:cNvSpPr/>
          <p:nvPr/>
        </p:nvSpPr>
        <p:spPr>
          <a:xfrm>
            <a:off x="1440000" y="2057400"/>
            <a:ext cx="7031520" cy="34740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a:lnSpc>
                <a:spcPct val="100000"/>
              </a:lnSpc>
              <a:spcBef>
                <a:spcPts val="96"/>
              </a:spcBef>
              <a:tabLst>
                <a:tab pos="299160" algn="l"/>
              </a:tabLst>
            </a:pPr>
            <a:endParaRPr lang="fr-FR" sz="1800" b="0" u="none" strike="noStrike">
              <a:solidFill>
                <a:srgbClr val="000000"/>
              </a:solidFill>
              <a:uFillTx/>
              <a:latin typeface="Arial"/>
            </a:endParaRPr>
          </a:p>
        </p:txBody>
      </p:sp>
      <p:sp>
        <p:nvSpPr>
          <p:cNvPr id="392" name="object 7"/>
          <p:cNvSpPr/>
          <p:nvPr/>
        </p:nvSpPr>
        <p:spPr>
          <a:xfrm>
            <a:off x="1978200" y="2631600"/>
            <a:ext cx="7910640" cy="183888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299160" indent="-286560">
              <a:lnSpc>
                <a:spcPct val="100000"/>
              </a:lnSpc>
              <a:spcBef>
                <a:spcPts val="96"/>
              </a:spcBef>
              <a:buClr>
                <a:srgbClr val="000000"/>
              </a:buClr>
              <a:buFont typeface="Arial MT"/>
              <a:buChar char="•"/>
              <a:tabLst>
                <a:tab pos="299160" algn="l"/>
              </a:tabLst>
            </a:pPr>
            <a:r>
              <a:rPr lang="fr-FR" sz="2400" b="0" u="none" strike="noStrike">
                <a:solidFill>
                  <a:srgbClr val="000000"/>
                </a:solidFill>
                <a:uFillTx/>
                <a:latin typeface="Calibri"/>
              </a:rPr>
              <a:t>IBM</a:t>
            </a:r>
            <a:r>
              <a:rPr lang="fr-FR" sz="2400" b="0" u="none" strike="noStrike" spc="-54">
                <a:solidFill>
                  <a:srgbClr val="000000"/>
                </a:solidFill>
                <a:uFillTx/>
                <a:latin typeface="Calibri"/>
              </a:rPr>
              <a:t> </a:t>
            </a:r>
            <a:r>
              <a:rPr lang="fr-FR" sz="2400" b="0" u="none" strike="noStrike">
                <a:solidFill>
                  <a:srgbClr val="000000"/>
                </a:solidFill>
                <a:uFillTx/>
                <a:latin typeface="Calibri"/>
              </a:rPr>
              <a:t>lance</a:t>
            </a:r>
            <a:r>
              <a:rPr lang="fr-FR" sz="2400" b="0" u="none" strike="noStrike" spc="-40">
                <a:solidFill>
                  <a:srgbClr val="000000"/>
                </a:solidFill>
                <a:uFillTx/>
                <a:latin typeface="Calibri"/>
              </a:rPr>
              <a:t> </a:t>
            </a:r>
            <a:r>
              <a:rPr lang="fr-FR" sz="2400" b="0" u="none" strike="noStrike">
                <a:solidFill>
                  <a:srgbClr val="000000"/>
                </a:solidFill>
                <a:uFillTx/>
                <a:latin typeface="Calibri"/>
              </a:rPr>
              <a:t>le</a:t>
            </a:r>
            <a:r>
              <a:rPr lang="fr-FR" sz="2400" b="0" u="none" strike="noStrike" spc="-65">
                <a:solidFill>
                  <a:srgbClr val="000000"/>
                </a:solidFill>
                <a:uFillTx/>
                <a:latin typeface="Calibri"/>
              </a:rPr>
              <a:t> </a:t>
            </a:r>
            <a:r>
              <a:rPr lang="fr-FR" sz="2400" b="0" u="none" strike="noStrike">
                <a:solidFill>
                  <a:srgbClr val="000000"/>
                </a:solidFill>
                <a:uFillTx/>
                <a:latin typeface="Calibri"/>
              </a:rPr>
              <a:t>premier</a:t>
            </a:r>
            <a:r>
              <a:rPr lang="fr-FR" sz="2400" b="0" u="none" strike="noStrike" spc="-34">
                <a:solidFill>
                  <a:srgbClr val="000000"/>
                </a:solidFill>
                <a:uFillTx/>
                <a:latin typeface="Calibri"/>
              </a:rPr>
              <a:t> </a:t>
            </a:r>
            <a:r>
              <a:rPr lang="fr-FR" sz="2400" b="0" u="none" strike="noStrike">
                <a:solidFill>
                  <a:srgbClr val="000000"/>
                </a:solidFill>
                <a:uFillTx/>
                <a:latin typeface="Calibri"/>
              </a:rPr>
              <a:t>PC</a:t>
            </a:r>
            <a:r>
              <a:rPr lang="fr-FR" sz="2400" b="0" u="none" strike="noStrike" spc="-54">
                <a:solidFill>
                  <a:srgbClr val="000000"/>
                </a:solidFill>
                <a:uFillTx/>
                <a:latin typeface="Calibri"/>
              </a:rPr>
              <a:t> </a:t>
            </a:r>
            <a:r>
              <a:rPr lang="fr-FR" sz="2400" b="0" u="none" strike="noStrike" spc="-11">
                <a:solidFill>
                  <a:srgbClr val="000000"/>
                </a:solidFill>
                <a:uFillTx/>
                <a:latin typeface="Calibri"/>
              </a:rPr>
              <a:t>(1981)</a:t>
            </a:r>
            <a:endParaRPr lang="fr-FR" sz="2400" b="0" u="none" strike="noStrike">
              <a:solidFill>
                <a:srgbClr val="000000"/>
              </a:solidFill>
              <a:uFillTx/>
              <a:latin typeface="Calibri"/>
            </a:endParaRPr>
          </a:p>
          <a:p>
            <a:pPr marL="299160" indent="-286560">
              <a:lnSpc>
                <a:spcPct val="100000"/>
              </a:lnSpc>
              <a:buClr>
                <a:srgbClr val="000000"/>
              </a:buClr>
              <a:buFont typeface="Arial MT"/>
              <a:buChar char="•"/>
              <a:tabLst>
                <a:tab pos="299160" algn="l"/>
              </a:tabLst>
            </a:pPr>
            <a:r>
              <a:rPr lang="fr-FR" sz="2400" b="0" u="none" strike="noStrike" spc="-26">
                <a:solidFill>
                  <a:srgbClr val="000000"/>
                </a:solidFill>
                <a:uFillTx/>
                <a:latin typeface="Calibri"/>
              </a:rPr>
              <a:t>MS-</a:t>
            </a:r>
            <a:r>
              <a:rPr lang="fr-FR" sz="2400" b="0" u="none" strike="noStrike">
                <a:solidFill>
                  <a:srgbClr val="000000"/>
                </a:solidFill>
                <a:uFillTx/>
                <a:latin typeface="Calibri"/>
              </a:rPr>
              <a:t>DOS</a:t>
            </a:r>
            <a:r>
              <a:rPr lang="fr-FR" sz="2400" b="0" u="none" strike="noStrike" spc="-54">
                <a:solidFill>
                  <a:srgbClr val="000000"/>
                </a:solidFill>
                <a:uFillTx/>
                <a:latin typeface="Calibri"/>
              </a:rPr>
              <a:t> </a:t>
            </a:r>
            <a:r>
              <a:rPr lang="fr-FR" sz="2400" b="0" u="none" strike="noStrike">
                <a:solidFill>
                  <a:srgbClr val="000000"/>
                </a:solidFill>
                <a:uFillTx/>
                <a:latin typeface="Calibri"/>
              </a:rPr>
              <a:t>sous</a:t>
            </a:r>
            <a:r>
              <a:rPr lang="fr-FR" sz="2400" b="0" u="none" strike="noStrike" spc="-51">
                <a:solidFill>
                  <a:srgbClr val="000000"/>
                </a:solidFill>
                <a:uFillTx/>
                <a:latin typeface="Calibri"/>
              </a:rPr>
              <a:t> </a:t>
            </a:r>
            <a:r>
              <a:rPr lang="fr-FR" sz="2400" b="0" u="none" strike="noStrike">
                <a:solidFill>
                  <a:srgbClr val="000000"/>
                </a:solidFill>
                <a:uFillTx/>
                <a:latin typeface="Calibri"/>
              </a:rPr>
              <a:t>licence</a:t>
            </a:r>
            <a:r>
              <a:rPr lang="fr-FR" sz="2400" b="0" u="none" strike="noStrike" spc="-51">
                <a:solidFill>
                  <a:srgbClr val="000000"/>
                </a:solidFill>
                <a:uFillTx/>
                <a:latin typeface="Calibri"/>
              </a:rPr>
              <a:t> </a:t>
            </a:r>
            <a:r>
              <a:rPr lang="fr-FR" sz="2400" b="0" u="none" strike="noStrike" spc="-11">
                <a:solidFill>
                  <a:srgbClr val="000000"/>
                </a:solidFill>
                <a:uFillTx/>
                <a:latin typeface="Calibri"/>
              </a:rPr>
              <a:t>(1982)</a:t>
            </a:r>
            <a:endParaRPr lang="fr-FR" sz="2400" b="0" u="none" strike="noStrike">
              <a:solidFill>
                <a:srgbClr val="000000"/>
              </a:solidFill>
              <a:uFillTx/>
              <a:latin typeface="Calibri"/>
            </a:endParaRPr>
          </a:p>
          <a:p>
            <a:pPr marL="299160" indent="-286560">
              <a:lnSpc>
                <a:spcPct val="100000"/>
              </a:lnSpc>
              <a:buClr>
                <a:srgbClr val="000000"/>
              </a:buClr>
              <a:buFont typeface="Arial MT"/>
              <a:buChar char="•"/>
              <a:tabLst>
                <a:tab pos="299160" algn="l"/>
              </a:tabLst>
            </a:pPr>
            <a:r>
              <a:rPr lang="fr-FR" sz="2400" b="0" u="none" strike="noStrike">
                <a:solidFill>
                  <a:srgbClr val="000000"/>
                </a:solidFill>
                <a:uFillTx/>
                <a:latin typeface="Calibri"/>
              </a:rPr>
              <a:t>MS</a:t>
            </a:r>
            <a:r>
              <a:rPr lang="fr-FR" sz="2400" b="0" u="none" strike="noStrike" spc="-54">
                <a:solidFill>
                  <a:srgbClr val="000000"/>
                </a:solidFill>
                <a:uFillTx/>
                <a:latin typeface="Calibri"/>
              </a:rPr>
              <a:t> </a:t>
            </a:r>
            <a:r>
              <a:rPr lang="fr-FR" sz="2400" b="0" u="none" strike="noStrike">
                <a:solidFill>
                  <a:srgbClr val="000000"/>
                </a:solidFill>
                <a:uFillTx/>
                <a:latin typeface="Calibri"/>
              </a:rPr>
              <a:t>Windows</a:t>
            </a:r>
            <a:r>
              <a:rPr lang="fr-FR" sz="2400" b="0" u="none" strike="noStrike" spc="-54">
                <a:solidFill>
                  <a:srgbClr val="000000"/>
                </a:solidFill>
                <a:uFillTx/>
                <a:latin typeface="Calibri"/>
              </a:rPr>
              <a:t> </a:t>
            </a:r>
            <a:r>
              <a:rPr lang="fr-FR" sz="2400" b="0" u="none" strike="noStrike">
                <a:solidFill>
                  <a:srgbClr val="000000"/>
                </a:solidFill>
                <a:uFillTx/>
                <a:latin typeface="Calibri"/>
              </a:rPr>
              <a:t>1.0</a:t>
            </a:r>
            <a:r>
              <a:rPr lang="fr-FR" sz="2400" b="0" u="none" strike="noStrike" spc="-65">
                <a:solidFill>
                  <a:srgbClr val="000000"/>
                </a:solidFill>
                <a:uFillTx/>
                <a:latin typeface="Calibri"/>
              </a:rPr>
              <a:t> </a:t>
            </a:r>
            <a:r>
              <a:rPr lang="fr-FR" sz="2400" b="0" u="none" strike="noStrike" spc="-11">
                <a:solidFill>
                  <a:srgbClr val="000000"/>
                </a:solidFill>
                <a:uFillTx/>
                <a:latin typeface="Calibri"/>
              </a:rPr>
              <a:t>(1985)</a:t>
            </a:r>
            <a:endParaRPr lang="fr-FR" sz="2400" b="0" u="none" strike="noStrike">
              <a:solidFill>
                <a:srgbClr val="000000"/>
              </a:solidFill>
              <a:uFillTx/>
              <a:latin typeface="Calibri"/>
            </a:endParaRPr>
          </a:p>
          <a:p>
            <a:pPr marL="299160" indent="-286560">
              <a:lnSpc>
                <a:spcPct val="100000"/>
              </a:lnSpc>
              <a:buClr>
                <a:srgbClr val="000000"/>
              </a:buClr>
              <a:buFont typeface="Arial MT"/>
              <a:buChar char="•"/>
              <a:tabLst>
                <a:tab pos="299160" algn="l"/>
              </a:tabLst>
            </a:pPr>
            <a:r>
              <a:rPr lang="fr-FR" sz="2400" b="0" u="none" strike="noStrike">
                <a:solidFill>
                  <a:srgbClr val="000000"/>
                </a:solidFill>
                <a:uFillTx/>
                <a:latin typeface="Calibri"/>
              </a:rPr>
              <a:t>Lancement</a:t>
            </a:r>
            <a:r>
              <a:rPr lang="fr-FR" sz="2400" b="0" u="none" strike="noStrike" spc="-65">
                <a:solidFill>
                  <a:srgbClr val="000000"/>
                </a:solidFill>
                <a:uFillTx/>
                <a:latin typeface="Calibri"/>
              </a:rPr>
              <a:t> </a:t>
            </a:r>
            <a:r>
              <a:rPr lang="fr-FR" sz="2400" b="0" u="none" strike="noStrike">
                <a:solidFill>
                  <a:srgbClr val="000000"/>
                </a:solidFill>
                <a:uFillTx/>
                <a:latin typeface="Calibri"/>
              </a:rPr>
              <a:t>du</a:t>
            </a:r>
            <a:r>
              <a:rPr lang="fr-FR" sz="2400" b="0" u="none" strike="noStrike" spc="-105">
                <a:solidFill>
                  <a:srgbClr val="000000"/>
                </a:solidFill>
                <a:uFillTx/>
                <a:latin typeface="Calibri"/>
              </a:rPr>
              <a:t> </a:t>
            </a:r>
            <a:r>
              <a:rPr lang="fr-FR" sz="2400" b="0" u="none" strike="noStrike">
                <a:solidFill>
                  <a:srgbClr val="000000"/>
                </a:solidFill>
                <a:uFillTx/>
                <a:latin typeface="Calibri"/>
              </a:rPr>
              <a:t>premier</a:t>
            </a:r>
            <a:r>
              <a:rPr lang="fr-FR" sz="2400" b="0" u="none" strike="noStrike" spc="-79">
                <a:solidFill>
                  <a:srgbClr val="000000"/>
                </a:solidFill>
                <a:uFillTx/>
                <a:latin typeface="Calibri"/>
              </a:rPr>
              <a:t> </a:t>
            </a:r>
            <a:r>
              <a:rPr lang="fr-FR" sz="2400" b="0" u="none" strike="noStrike">
                <a:solidFill>
                  <a:srgbClr val="000000"/>
                </a:solidFill>
                <a:uFillTx/>
                <a:latin typeface="Calibri"/>
              </a:rPr>
              <a:t>ordinateur</a:t>
            </a:r>
            <a:r>
              <a:rPr lang="fr-FR" sz="2400" b="0" u="none" strike="noStrike" spc="-79">
                <a:solidFill>
                  <a:srgbClr val="000000"/>
                </a:solidFill>
                <a:uFillTx/>
                <a:latin typeface="Calibri"/>
              </a:rPr>
              <a:t> </a:t>
            </a:r>
            <a:r>
              <a:rPr lang="fr-FR" sz="2400" b="0" u="none" strike="noStrike">
                <a:solidFill>
                  <a:srgbClr val="000000"/>
                </a:solidFill>
                <a:uFillTx/>
                <a:latin typeface="Calibri"/>
              </a:rPr>
              <a:t>portable</a:t>
            </a:r>
            <a:r>
              <a:rPr lang="fr-FR" sz="2400" b="0" u="none" strike="noStrike" spc="-74">
                <a:solidFill>
                  <a:srgbClr val="000000"/>
                </a:solidFill>
                <a:uFillTx/>
                <a:latin typeface="Calibri"/>
              </a:rPr>
              <a:t> </a:t>
            </a:r>
            <a:r>
              <a:rPr lang="fr-FR" sz="2400" b="0" u="none" strike="noStrike" spc="-11">
                <a:solidFill>
                  <a:srgbClr val="000000"/>
                </a:solidFill>
                <a:uFillTx/>
                <a:latin typeface="Calibri"/>
              </a:rPr>
              <a:t>Compaq</a:t>
            </a:r>
            <a:endParaRPr lang="fr-FR" sz="2400" b="0" u="none" strike="noStrike">
              <a:solidFill>
                <a:srgbClr val="000000"/>
              </a:solidFill>
              <a:uFillTx/>
              <a:latin typeface="Calibri"/>
            </a:endParaRPr>
          </a:p>
          <a:p>
            <a:pPr marL="299160">
              <a:lnSpc>
                <a:spcPct val="100000"/>
              </a:lnSpc>
              <a:tabLst>
                <a:tab pos="299160" algn="l"/>
              </a:tabLst>
            </a:pPr>
            <a:r>
              <a:rPr lang="fr-FR" sz="2400" b="0" u="none" strike="noStrike" spc="-11">
                <a:solidFill>
                  <a:srgbClr val="000000"/>
                </a:solidFill>
                <a:uFillTx/>
                <a:latin typeface="Calibri"/>
              </a:rPr>
              <a:t>(1989)</a:t>
            </a:r>
            <a:endParaRPr lang="fr-FR" sz="2400" b="0" u="none" strike="noStrike">
              <a:solidFill>
                <a:srgbClr val="000000"/>
              </a:solidFill>
              <a:uFillTx/>
              <a:latin typeface="Calibri"/>
            </a:endParaRPr>
          </a:p>
        </p:txBody>
      </p:sp>
      <p:sp>
        <p:nvSpPr>
          <p:cNvPr id="5" name="PlaceHolder 4"/>
          <p:cNvSpPr>
            <a:spLocks noGrp="1"/>
          </p:cNvSpPr>
          <p:nvPr>
            <p:ph type="sldNum" idx="32"/>
          </p:nvPr>
        </p:nvSpPr>
        <p:spPr/>
        <p:txBody>
          <a:bodyPr/>
          <a:lstStyle/>
          <a:p>
            <a:fld id="{D96EBA8F-4CB1-42CB-862B-C44BE2F92DFF}"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Maturité d'internet (90)</a:t>
            </a:r>
            <a:endParaRPr lang="fr-FR" sz="3200" b="0" u="none" strike="noStrike">
              <a:solidFill>
                <a:srgbClr val="000000"/>
              </a:solidFill>
              <a:uFillTx/>
              <a:latin typeface="Arial"/>
            </a:endParaRPr>
          </a:p>
        </p:txBody>
      </p:sp>
      <p:sp>
        <p:nvSpPr>
          <p:cNvPr id="394" name="PlaceHolder 2"/>
          <p:cNvSpPr>
            <a:spLocks noGrp="1"/>
          </p:cNvSpPr>
          <p:nvPr>
            <p:ph type="dt" idx="53"/>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395"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396" name="object 2"/>
          <p:cNvSpPr/>
          <p:nvPr/>
        </p:nvSpPr>
        <p:spPr>
          <a:xfrm>
            <a:off x="2217960" y="2340000"/>
            <a:ext cx="3835440" cy="34668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a:lnSpc>
                <a:spcPct val="100000"/>
              </a:lnSpc>
              <a:spcBef>
                <a:spcPts val="96"/>
              </a:spcBef>
              <a:tabLst>
                <a:tab pos="354960" algn="l"/>
              </a:tabLst>
            </a:pPr>
            <a:endParaRPr lang="fr-FR" sz="1800" b="0" u="none" strike="noStrike">
              <a:solidFill>
                <a:srgbClr val="000000"/>
              </a:solidFill>
              <a:uFillTx/>
              <a:latin typeface="Arial"/>
            </a:endParaRPr>
          </a:p>
        </p:txBody>
      </p:sp>
      <p:sp>
        <p:nvSpPr>
          <p:cNvPr id="397" name="object 3"/>
          <p:cNvSpPr/>
          <p:nvPr/>
        </p:nvSpPr>
        <p:spPr>
          <a:xfrm>
            <a:off x="1281960" y="2459160"/>
            <a:ext cx="8582040" cy="184032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812160" indent="-342360">
              <a:lnSpc>
                <a:spcPct val="100000"/>
              </a:lnSpc>
              <a:spcBef>
                <a:spcPts val="96"/>
              </a:spcBef>
              <a:buClr>
                <a:srgbClr val="000000"/>
              </a:buClr>
              <a:buFont typeface="Arial MT"/>
              <a:buChar char="•"/>
              <a:tabLst>
                <a:tab pos="812160" algn="l"/>
              </a:tabLst>
            </a:pPr>
            <a:r>
              <a:rPr lang="fr-FR" sz="2400" b="0" u="none" strike="noStrike" dirty="0">
                <a:solidFill>
                  <a:srgbClr val="000000"/>
                </a:solidFill>
                <a:uFillTx/>
                <a:latin typeface="Calibri"/>
              </a:rPr>
              <a:t>Internet</a:t>
            </a:r>
            <a:r>
              <a:rPr lang="fr-FR" sz="2400" b="0" u="none" strike="noStrike" spc="-54" dirty="0">
                <a:solidFill>
                  <a:srgbClr val="000000"/>
                </a:solidFill>
                <a:uFillTx/>
                <a:latin typeface="Calibri"/>
              </a:rPr>
              <a:t> </a:t>
            </a:r>
            <a:r>
              <a:rPr lang="fr-FR" sz="2400" b="0" u="none" strike="noStrike" dirty="0">
                <a:solidFill>
                  <a:srgbClr val="000000"/>
                </a:solidFill>
                <a:uFillTx/>
                <a:latin typeface="Calibri"/>
              </a:rPr>
              <a:t>est</a:t>
            </a:r>
            <a:r>
              <a:rPr lang="fr-FR" sz="2400" b="0" u="none" strike="noStrike" spc="-65" dirty="0">
                <a:solidFill>
                  <a:srgbClr val="000000"/>
                </a:solidFill>
                <a:uFillTx/>
                <a:latin typeface="Calibri"/>
              </a:rPr>
              <a:t> </a:t>
            </a:r>
            <a:r>
              <a:rPr lang="fr-FR" sz="2400" b="0" u="none" strike="noStrike" dirty="0">
                <a:solidFill>
                  <a:srgbClr val="000000"/>
                </a:solidFill>
                <a:uFillTx/>
                <a:latin typeface="Calibri"/>
              </a:rPr>
              <a:t>disponible</a:t>
            </a:r>
            <a:r>
              <a:rPr lang="fr-FR" sz="2400" b="0" u="none" strike="noStrike" spc="-51" dirty="0">
                <a:solidFill>
                  <a:srgbClr val="000000"/>
                </a:solidFill>
                <a:uFillTx/>
                <a:latin typeface="Calibri"/>
              </a:rPr>
              <a:t> </a:t>
            </a:r>
            <a:r>
              <a:rPr lang="fr-FR" sz="2400" b="0" u="none" strike="noStrike" dirty="0">
                <a:solidFill>
                  <a:srgbClr val="000000"/>
                </a:solidFill>
                <a:uFillTx/>
                <a:latin typeface="Calibri"/>
              </a:rPr>
              <a:t>pour</a:t>
            </a:r>
            <a:r>
              <a:rPr lang="fr-FR" sz="2400" b="0" u="none" strike="noStrike" spc="-71" dirty="0">
                <a:solidFill>
                  <a:srgbClr val="000000"/>
                </a:solidFill>
                <a:uFillTx/>
                <a:latin typeface="Calibri"/>
              </a:rPr>
              <a:t> </a:t>
            </a:r>
            <a:r>
              <a:rPr lang="fr-FR" sz="2400" b="0" u="none" strike="noStrike" dirty="0">
                <a:solidFill>
                  <a:srgbClr val="000000"/>
                </a:solidFill>
                <a:uFillTx/>
                <a:latin typeface="Calibri"/>
              </a:rPr>
              <a:t>le</a:t>
            </a:r>
            <a:r>
              <a:rPr lang="fr-FR" sz="2400" b="0" u="none" strike="noStrike" spc="-74" dirty="0">
                <a:solidFill>
                  <a:srgbClr val="000000"/>
                </a:solidFill>
                <a:uFillTx/>
                <a:latin typeface="Calibri"/>
              </a:rPr>
              <a:t> </a:t>
            </a:r>
            <a:r>
              <a:rPr lang="fr-FR" sz="2400" b="0" u="none" strike="noStrike" dirty="0">
                <a:solidFill>
                  <a:srgbClr val="000000"/>
                </a:solidFill>
                <a:uFillTx/>
                <a:latin typeface="Calibri"/>
              </a:rPr>
              <a:t>grand</a:t>
            </a:r>
            <a:r>
              <a:rPr lang="fr-FR" sz="2400" b="0" u="none" strike="noStrike" spc="-71" dirty="0">
                <a:solidFill>
                  <a:srgbClr val="000000"/>
                </a:solidFill>
                <a:uFillTx/>
                <a:latin typeface="Calibri"/>
              </a:rPr>
              <a:t> </a:t>
            </a:r>
            <a:r>
              <a:rPr lang="fr-FR" sz="2400" b="0" u="none" strike="noStrike" dirty="0">
                <a:solidFill>
                  <a:srgbClr val="000000"/>
                </a:solidFill>
                <a:uFillTx/>
                <a:latin typeface="Calibri"/>
              </a:rPr>
              <a:t>public</a:t>
            </a:r>
            <a:r>
              <a:rPr lang="fr-FR" sz="2400" b="0" u="none" strike="noStrike" spc="-54" dirty="0">
                <a:solidFill>
                  <a:srgbClr val="000000"/>
                </a:solidFill>
                <a:uFillTx/>
                <a:latin typeface="Calibri"/>
              </a:rPr>
              <a:t> </a:t>
            </a:r>
            <a:r>
              <a:rPr lang="fr-FR" sz="2400" b="0" u="none" strike="noStrike" spc="-11" dirty="0">
                <a:solidFill>
                  <a:srgbClr val="000000"/>
                </a:solidFill>
                <a:uFillTx/>
                <a:latin typeface="Calibri"/>
              </a:rPr>
              <a:t>(1991)</a:t>
            </a:r>
            <a:endParaRPr lang="fr-FR" sz="2400" b="0" u="none" strike="noStrike" dirty="0">
              <a:solidFill>
                <a:srgbClr val="000000"/>
              </a:solidFill>
              <a:uFillTx/>
              <a:latin typeface="Calibri"/>
            </a:endParaRPr>
          </a:p>
          <a:p>
            <a:pPr marL="812160" indent="-342360">
              <a:lnSpc>
                <a:spcPct val="100000"/>
              </a:lnSpc>
              <a:buClr>
                <a:srgbClr val="000000"/>
              </a:buClr>
              <a:buFont typeface="Arial MT"/>
              <a:buChar char="•"/>
              <a:tabLst>
                <a:tab pos="812160" algn="l"/>
              </a:tabLst>
            </a:pPr>
            <a:r>
              <a:rPr lang="fr-FR" sz="2400" b="0" u="none" strike="noStrike" dirty="0">
                <a:solidFill>
                  <a:srgbClr val="000000"/>
                </a:solidFill>
                <a:uFillTx/>
                <a:latin typeface="Calibri"/>
              </a:rPr>
              <a:t>Lancement</a:t>
            </a:r>
            <a:r>
              <a:rPr lang="fr-FR" sz="2400" b="0" u="none" strike="noStrike" spc="-60" dirty="0">
                <a:solidFill>
                  <a:srgbClr val="000000"/>
                </a:solidFill>
                <a:uFillTx/>
                <a:latin typeface="Calibri"/>
              </a:rPr>
              <a:t> </a:t>
            </a:r>
            <a:r>
              <a:rPr lang="fr-FR" sz="2400" b="0" u="none" strike="noStrike" dirty="0">
                <a:solidFill>
                  <a:srgbClr val="000000"/>
                </a:solidFill>
                <a:uFillTx/>
                <a:latin typeface="Calibri"/>
              </a:rPr>
              <a:t>des</a:t>
            </a:r>
            <a:r>
              <a:rPr lang="fr-FR" sz="2400" b="0" u="none" strike="noStrike" spc="-85" dirty="0">
                <a:solidFill>
                  <a:srgbClr val="000000"/>
                </a:solidFill>
                <a:uFillTx/>
                <a:latin typeface="Calibri"/>
              </a:rPr>
              <a:t> </a:t>
            </a:r>
            <a:r>
              <a:rPr lang="fr-FR" sz="2400" b="0" u="none" strike="noStrike" dirty="0">
                <a:solidFill>
                  <a:srgbClr val="000000"/>
                </a:solidFill>
                <a:uFillTx/>
                <a:latin typeface="Calibri"/>
              </a:rPr>
              <a:t>navigateurs</a:t>
            </a:r>
            <a:r>
              <a:rPr lang="fr-FR" sz="2400" b="0" u="none" strike="noStrike" spc="-65" dirty="0">
                <a:solidFill>
                  <a:srgbClr val="000000"/>
                </a:solidFill>
                <a:uFillTx/>
                <a:latin typeface="Calibri"/>
              </a:rPr>
              <a:t> </a:t>
            </a:r>
            <a:r>
              <a:rPr lang="fr-FR" sz="2400" b="0" u="none" strike="noStrike" dirty="0">
                <a:solidFill>
                  <a:srgbClr val="000000"/>
                </a:solidFill>
                <a:uFillTx/>
                <a:latin typeface="Calibri"/>
              </a:rPr>
              <a:t>web</a:t>
            </a:r>
            <a:r>
              <a:rPr lang="fr-FR" sz="2400" b="0" u="none" strike="noStrike" spc="-85" dirty="0">
                <a:solidFill>
                  <a:srgbClr val="000000"/>
                </a:solidFill>
                <a:uFillTx/>
                <a:latin typeface="Calibri"/>
              </a:rPr>
              <a:t> </a:t>
            </a:r>
            <a:r>
              <a:rPr lang="fr-FR" sz="2400" b="0" u="none" strike="noStrike" spc="-11" dirty="0">
                <a:solidFill>
                  <a:srgbClr val="000000"/>
                </a:solidFill>
                <a:uFillTx/>
                <a:latin typeface="Calibri"/>
              </a:rPr>
              <a:t>(1993)</a:t>
            </a:r>
            <a:endParaRPr lang="fr-FR" sz="2400" b="0" u="none" strike="noStrike" dirty="0">
              <a:solidFill>
                <a:srgbClr val="000000"/>
              </a:solidFill>
              <a:uFillTx/>
              <a:latin typeface="Calibri"/>
            </a:endParaRPr>
          </a:p>
          <a:p>
            <a:pPr marL="812880" indent="-343080">
              <a:lnSpc>
                <a:spcPct val="100000"/>
              </a:lnSpc>
              <a:buClr>
                <a:srgbClr val="000000"/>
              </a:buClr>
              <a:buFont typeface="Arial MT"/>
              <a:buChar char="•"/>
              <a:tabLst>
                <a:tab pos="812880" algn="l"/>
              </a:tabLst>
            </a:pPr>
            <a:r>
              <a:rPr lang="fr-FR" sz="2400" b="0" u="none" strike="noStrike" dirty="0">
                <a:solidFill>
                  <a:srgbClr val="000000"/>
                </a:solidFill>
                <a:uFillTx/>
                <a:latin typeface="Calibri"/>
              </a:rPr>
              <a:t>Commerce</a:t>
            </a:r>
            <a:r>
              <a:rPr lang="fr-FR" sz="2400" b="0" u="none" strike="noStrike" spc="-71" dirty="0">
                <a:solidFill>
                  <a:srgbClr val="000000"/>
                </a:solidFill>
                <a:uFillTx/>
                <a:latin typeface="Calibri"/>
              </a:rPr>
              <a:t> </a:t>
            </a:r>
            <a:r>
              <a:rPr lang="fr-FR" sz="2400" b="0" u="none" strike="noStrike" dirty="0">
                <a:solidFill>
                  <a:srgbClr val="000000"/>
                </a:solidFill>
                <a:uFillTx/>
                <a:latin typeface="Calibri"/>
              </a:rPr>
              <a:t>électronique</a:t>
            </a:r>
            <a:r>
              <a:rPr lang="fr-FR" sz="2400" b="0" u="none" strike="noStrike" spc="-45" dirty="0">
                <a:solidFill>
                  <a:srgbClr val="000000"/>
                </a:solidFill>
                <a:uFillTx/>
                <a:latin typeface="Calibri"/>
              </a:rPr>
              <a:t> </a:t>
            </a:r>
            <a:r>
              <a:rPr lang="fr-FR" sz="2400" b="0" u="none" strike="noStrike" dirty="0">
                <a:solidFill>
                  <a:srgbClr val="000000"/>
                </a:solidFill>
                <a:uFillTx/>
                <a:latin typeface="Calibri"/>
              </a:rPr>
              <a:t>-</a:t>
            </a:r>
            <a:r>
              <a:rPr lang="fr-FR" sz="2400" b="0" u="none" strike="noStrike" spc="-85" dirty="0">
                <a:solidFill>
                  <a:srgbClr val="000000"/>
                </a:solidFill>
                <a:uFillTx/>
                <a:latin typeface="Calibri"/>
              </a:rPr>
              <a:t> </a:t>
            </a:r>
            <a:r>
              <a:rPr lang="fr-FR" sz="2400" b="0" u="none" strike="noStrike" dirty="0">
                <a:solidFill>
                  <a:srgbClr val="000000"/>
                </a:solidFill>
                <a:uFillTx/>
                <a:latin typeface="Calibri"/>
              </a:rPr>
              <a:t>Fondation</a:t>
            </a:r>
            <a:r>
              <a:rPr lang="fr-FR" sz="2400" b="0" u="none" strike="noStrike" spc="-60" dirty="0">
                <a:solidFill>
                  <a:srgbClr val="000000"/>
                </a:solidFill>
                <a:uFillTx/>
                <a:latin typeface="Calibri"/>
              </a:rPr>
              <a:t> </a:t>
            </a:r>
            <a:r>
              <a:rPr lang="fr-FR" sz="2400" b="0" u="none" strike="noStrike" dirty="0">
                <a:solidFill>
                  <a:srgbClr val="000000"/>
                </a:solidFill>
                <a:uFillTx/>
                <a:latin typeface="Calibri"/>
              </a:rPr>
              <a:t>de</a:t>
            </a:r>
            <a:r>
              <a:rPr lang="fr-FR" sz="2400" b="0" u="none" strike="noStrike" spc="-85" dirty="0">
                <a:solidFill>
                  <a:srgbClr val="000000"/>
                </a:solidFill>
                <a:uFillTx/>
                <a:latin typeface="Calibri"/>
              </a:rPr>
              <a:t> </a:t>
            </a:r>
            <a:r>
              <a:rPr lang="fr-FR" sz="2400" b="0" u="none" strike="noStrike" dirty="0">
                <a:solidFill>
                  <a:srgbClr val="000000"/>
                </a:solidFill>
                <a:uFillTx/>
                <a:latin typeface="Calibri"/>
              </a:rPr>
              <a:t>Amazon</a:t>
            </a:r>
            <a:r>
              <a:rPr lang="fr-FR" sz="2400" b="0" u="none" strike="noStrike" spc="-60" dirty="0">
                <a:solidFill>
                  <a:srgbClr val="000000"/>
                </a:solidFill>
                <a:uFillTx/>
                <a:latin typeface="Calibri"/>
              </a:rPr>
              <a:t> </a:t>
            </a:r>
            <a:r>
              <a:rPr lang="fr-FR" sz="2400" b="0" u="none" strike="noStrike" dirty="0">
                <a:solidFill>
                  <a:srgbClr val="000000"/>
                </a:solidFill>
                <a:uFillTx/>
                <a:latin typeface="Calibri"/>
              </a:rPr>
              <a:t>et</a:t>
            </a:r>
            <a:r>
              <a:rPr lang="fr-FR" sz="2400" b="0" u="none" strike="noStrike" spc="-85" dirty="0">
                <a:solidFill>
                  <a:srgbClr val="000000"/>
                </a:solidFill>
                <a:uFillTx/>
                <a:latin typeface="Calibri"/>
              </a:rPr>
              <a:t> </a:t>
            </a:r>
            <a:r>
              <a:rPr lang="fr-FR" sz="2400" b="0" u="none" strike="noStrike" spc="-20" dirty="0">
                <a:solidFill>
                  <a:srgbClr val="000000"/>
                </a:solidFill>
                <a:uFillTx/>
                <a:latin typeface="Calibri"/>
              </a:rPr>
              <a:t>eBay </a:t>
            </a:r>
            <a:r>
              <a:rPr lang="fr-FR" sz="2400" b="0" u="none" strike="noStrike" spc="-11" dirty="0">
                <a:solidFill>
                  <a:srgbClr val="000000"/>
                </a:solidFill>
                <a:uFillTx/>
                <a:latin typeface="Calibri"/>
              </a:rPr>
              <a:t>(1995)</a:t>
            </a:r>
            <a:endParaRPr lang="fr-FR" sz="2400" b="0" u="none" strike="noStrike" dirty="0">
              <a:solidFill>
                <a:srgbClr val="000000"/>
              </a:solidFill>
              <a:uFillTx/>
              <a:latin typeface="Calibri"/>
            </a:endParaRPr>
          </a:p>
          <a:p>
            <a:pPr marL="812160" indent="-342360">
              <a:lnSpc>
                <a:spcPct val="100000"/>
              </a:lnSpc>
              <a:spcBef>
                <a:spcPts val="6"/>
              </a:spcBef>
              <a:buClr>
                <a:srgbClr val="000000"/>
              </a:buClr>
              <a:buFont typeface="Arial MT"/>
              <a:buChar char="•"/>
              <a:tabLst>
                <a:tab pos="812160" algn="l"/>
              </a:tabLst>
            </a:pPr>
            <a:r>
              <a:rPr lang="fr-FR" sz="2400" b="0" u="none" strike="noStrike" dirty="0" err="1">
                <a:solidFill>
                  <a:srgbClr val="000000"/>
                </a:solidFill>
                <a:uFillTx/>
                <a:latin typeface="Calibri"/>
              </a:rPr>
              <a:t>SalesForce</a:t>
            </a:r>
            <a:r>
              <a:rPr lang="fr-FR" sz="2400" b="0" u="none" strike="noStrike" spc="-65" dirty="0">
                <a:solidFill>
                  <a:srgbClr val="000000"/>
                </a:solidFill>
                <a:uFillTx/>
                <a:latin typeface="Calibri"/>
              </a:rPr>
              <a:t> </a:t>
            </a:r>
            <a:r>
              <a:rPr lang="fr-FR" sz="2400" b="0" u="none" strike="noStrike" dirty="0">
                <a:solidFill>
                  <a:srgbClr val="000000"/>
                </a:solidFill>
                <a:uFillTx/>
                <a:latin typeface="Calibri"/>
              </a:rPr>
              <a:t>lance</a:t>
            </a:r>
            <a:r>
              <a:rPr lang="fr-FR" sz="2400" b="0" u="none" strike="noStrike" spc="-91" dirty="0">
                <a:solidFill>
                  <a:srgbClr val="000000"/>
                </a:solidFill>
                <a:uFillTx/>
                <a:latin typeface="Calibri"/>
              </a:rPr>
              <a:t> </a:t>
            </a:r>
            <a:r>
              <a:rPr lang="fr-FR" sz="2400" b="0" u="none" strike="noStrike" dirty="0">
                <a:solidFill>
                  <a:srgbClr val="000000"/>
                </a:solidFill>
                <a:uFillTx/>
                <a:latin typeface="Calibri"/>
              </a:rPr>
              <a:t>les</a:t>
            </a:r>
            <a:r>
              <a:rPr lang="fr-FR" sz="2400" b="0" u="none" strike="noStrike" spc="-74" dirty="0">
                <a:solidFill>
                  <a:srgbClr val="000000"/>
                </a:solidFill>
                <a:uFillTx/>
                <a:latin typeface="Calibri"/>
              </a:rPr>
              <a:t> </a:t>
            </a:r>
            <a:r>
              <a:rPr lang="fr-FR" sz="2400" b="0" u="none" strike="noStrike" spc="-11" dirty="0">
                <a:solidFill>
                  <a:srgbClr val="000000"/>
                </a:solidFill>
                <a:uFillTx/>
                <a:latin typeface="Calibri"/>
              </a:rPr>
              <a:t>applications</a:t>
            </a:r>
            <a:r>
              <a:rPr lang="fr-FR" sz="2400" b="0" u="none" strike="noStrike" spc="-54" dirty="0">
                <a:solidFill>
                  <a:srgbClr val="000000"/>
                </a:solidFill>
                <a:uFillTx/>
                <a:latin typeface="Calibri"/>
              </a:rPr>
              <a:t> </a:t>
            </a:r>
            <a:r>
              <a:rPr lang="fr-FR" sz="2400" b="0" u="none" strike="noStrike" dirty="0">
                <a:solidFill>
                  <a:srgbClr val="000000"/>
                </a:solidFill>
                <a:uFillTx/>
                <a:latin typeface="Calibri"/>
              </a:rPr>
              <a:t>d'entreprise</a:t>
            </a:r>
            <a:r>
              <a:rPr lang="fr-FR" sz="2400" b="0" u="none" strike="noStrike" spc="-34" dirty="0">
                <a:solidFill>
                  <a:srgbClr val="000000"/>
                </a:solidFill>
                <a:uFillTx/>
                <a:latin typeface="Calibri"/>
              </a:rPr>
              <a:t> </a:t>
            </a:r>
            <a:r>
              <a:rPr lang="fr-FR" sz="2400" b="0" u="none" strike="noStrike" dirty="0">
                <a:solidFill>
                  <a:srgbClr val="FFC000"/>
                </a:solidFill>
                <a:uFillTx/>
                <a:latin typeface="Calibri"/>
              </a:rPr>
              <a:t>SaaS</a:t>
            </a:r>
            <a:r>
              <a:rPr lang="fr-FR" sz="2400" b="0" u="none" strike="noStrike" spc="-74" dirty="0">
                <a:solidFill>
                  <a:srgbClr val="FFC000"/>
                </a:solidFill>
                <a:uFillTx/>
                <a:latin typeface="Calibri"/>
              </a:rPr>
              <a:t> </a:t>
            </a:r>
            <a:r>
              <a:rPr lang="fr-FR" sz="2400" b="0" u="none" strike="noStrike" spc="-51" dirty="0">
                <a:solidFill>
                  <a:srgbClr val="000000"/>
                </a:solidFill>
                <a:uFillTx/>
                <a:latin typeface="Calibri"/>
              </a:rPr>
              <a:t>- </a:t>
            </a:r>
            <a:r>
              <a:rPr lang="fr-FR" sz="2400" b="0" u="none" strike="noStrike" dirty="0">
                <a:solidFill>
                  <a:srgbClr val="000000"/>
                </a:solidFill>
                <a:uFillTx/>
                <a:latin typeface="Calibri"/>
              </a:rPr>
              <a:t>prédécesseur</a:t>
            </a:r>
            <a:r>
              <a:rPr lang="fr-FR" sz="2400" b="0" u="none" strike="noStrike" spc="-51" dirty="0">
                <a:solidFill>
                  <a:srgbClr val="000000"/>
                </a:solidFill>
                <a:uFillTx/>
                <a:latin typeface="Calibri"/>
              </a:rPr>
              <a:t> </a:t>
            </a:r>
            <a:r>
              <a:rPr lang="fr-FR" sz="2400" b="0" u="none" strike="noStrike" dirty="0">
                <a:solidFill>
                  <a:srgbClr val="000000"/>
                </a:solidFill>
                <a:uFillTx/>
                <a:latin typeface="Calibri"/>
              </a:rPr>
              <a:t>du</a:t>
            </a:r>
            <a:r>
              <a:rPr lang="fr-FR" sz="2400" b="0" u="none" strike="noStrike" spc="-74" dirty="0">
                <a:solidFill>
                  <a:srgbClr val="000000"/>
                </a:solidFill>
                <a:uFillTx/>
                <a:latin typeface="Calibri"/>
              </a:rPr>
              <a:t> </a:t>
            </a:r>
            <a:r>
              <a:rPr lang="fr-FR" sz="2400" b="0" u="none" strike="noStrike" dirty="0">
                <a:solidFill>
                  <a:srgbClr val="FFC000"/>
                </a:solidFill>
                <a:uFillTx/>
                <a:latin typeface="Calibri"/>
              </a:rPr>
              <a:t>cloud</a:t>
            </a:r>
            <a:r>
              <a:rPr lang="fr-FR" sz="2400" b="0" u="none" strike="noStrike" spc="-65" dirty="0">
                <a:solidFill>
                  <a:srgbClr val="FFC000"/>
                </a:solidFill>
                <a:uFillTx/>
                <a:latin typeface="Calibri"/>
              </a:rPr>
              <a:t> </a:t>
            </a:r>
            <a:r>
              <a:rPr lang="fr-FR" sz="2400" b="0" u="none" strike="noStrike" spc="-11" dirty="0">
                <a:solidFill>
                  <a:srgbClr val="000000"/>
                </a:solidFill>
                <a:uFillTx/>
                <a:latin typeface="Calibri"/>
              </a:rPr>
              <a:t>(1999).</a:t>
            </a:r>
            <a:endParaRPr lang="fr-FR" sz="2400" b="0" u="none" strike="noStrike" dirty="0">
              <a:solidFill>
                <a:srgbClr val="000000"/>
              </a:solidFill>
              <a:uFillTx/>
              <a:latin typeface="Calibri"/>
            </a:endParaRPr>
          </a:p>
        </p:txBody>
      </p:sp>
      <p:sp>
        <p:nvSpPr>
          <p:cNvPr id="5" name="PlaceHolder 4"/>
          <p:cNvSpPr>
            <a:spLocks noGrp="1"/>
          </p:cNvSpPr>
          <p:nvPr>
            <p:ph type="sldNum" idx="32"/>
          </p:nvPr>
        </p:nvSpPr>
        <p:spPr/>
        <p:txBody>
          <a:bodyPr/>
          <a:lstStyle/>
          <a:p>
            <a:fld id="{5BE1CB86-C8D2-4757-8ED8-DB4036DB6605}"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Vers le Cloud(2000)</a:t>
            </a:r>
            <a:endParaRPr lang="fr-FR" sz="3200" b="0" u="none" strike="noStrike">
              <a:solidFill>
                <a:srgbClr val="000000"/>
              </a:solidFill>
              <a:uFillTx/>
              <a:latin typeface="Arial"/>
            </a:endParaRPr>
          </a:p>
        </p:txBody>
      </p:sp>
      <p:sp>
        <p:nvSpPr>
          <p:cNvPr id="399" name="PlaceHolder 2"/>
          <p:cNvSpPr>
            <a:spLocks noGrp="1"/>
          </p:cNvSpPr>
          <p:nvPr>
            <p:ph type="dt" idx="54"/>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00"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01" name="object 8"/>
          <p:cNvSpPr/>
          <p:nvPr/>
        </p:nvSpPr>
        <p:spPr>
          <a:xfrm>
            <a:off x="2190240" y="1953000"/>
            <a:ext cx="7349400" cy="183888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354960" indent="-342360">
              <a:lnSpc>
                <a:spcPct val="100000"/>
              </a:lnSpc>
              <a:spcBef>
                <a:spcPts val="96"/>
              </a:spcBef>
              <a:buClr>
                <a:srgbClr val="000000"/>
              </a:buClr>
              <a:buFont typeface="Arial MT"/>
              <a:buChar char="•"/>
              <a:tabLst>
                <a:tab pos="354960" algn="l"/>
              </a:tabLst>
            </a:pPr>
            <a:r>
              <a:rPr lang="fr-FR" sz="2400" b="0" u="none" strike="noStrike">
                <a:solidFill>
                  <a:srgbClr val="000000"/>
                </a:solidFill>
                <a:uFillTx/>
                <a:latin typeface="Calibri"/>
              </a:rPr>
              <a:t>Eclatement</a:t>
            </a:r>
            <a:r>
              <a:rPr lang="fr-FR" sz="2400" b="0" u="none" strike="noStrike" spc="-60">
                <a:solidFill>
                  <a:srgbClr val="000000"/>
                </a:solidFill>
                <a:uFillTx/>
                <a:latin typeface="Calibri"/>
              </a:rPr>
              <a:t> </a:t>
            </a:r>
            <a:r>
              <a:rPr lang="fr-FR" sz="2400" b="0" u="none" strike="noStrike">
                <a:solidFill>
                  <a:srgbClr val="000000"/>
                </a:solidFill>
                <a:uFillTx/>
                <a:latin typeface="Calibri"/>
              </a:rPr>
              <a:t>du</a:t>
            </a:r>
            <a:r>
              <a:rPr lang="fr-FR" sz="2400" b="0" u="none" strike="noStrike" spc="-85">
                <a:solidFill>
                  <a:srgbClr val="000000"/>
                </a:solidFill>
                <a:uFillTx/>
                <a:latin typeface="Calibri"/>
              </a:rPr>
              <a:t> </a:t>
            </a:r>
            <a:r>
              <a:rPr lang="fr-FR" sz="2400" b="0" u="none" strike="noStrike" spc="-11">
                <a:solidFill>
                  <a:srgbClr val="000000"/>
                </a:solidFill>
                <a:uFillTx/>
                <a:latin typeface="Calibri"/>
              </a:rPr>
              <a:t>phénomène</a:t>
            </a:r>
            <a:r>
              <a:rPr lang="fr-FR" sz="2400" b="0" u="none" strike="noStrike" spc="-79">
                <a:solidFill>
                  <a:srgbClr val="000000"/>
                </a:solidFill>
                <a:uFillTx/>
                <a:latin typeface="Calibri"/>
              </a:rPr>
              <a:t> </a:t>
            </a:r>
            <a:r>
              <a:rPr lang="fr-FR" sz="2400" b="0" u="none" strike="noStrike" spc="-11">
                <a:solidFill>
                  <a:srgbClr val="000000"/>
                </a:solidFill>
                <a:uFillTx/>
                <a:latin typeface="Calibri"/>
              </a:rPr>
              <a:t>internet</a:t>
            </a:r>
            <a:endParaRPr lang="fr-FR" sz="2400" b="0" u="none" strike="noStrike">
              <a:solidFill>
                <a:srgbClr val="000000"/>
              </a:solidFill>
              <a:uFillTx/>
              <a:latin typeface="Calibri"/>
            </a:endParaRPr>
          </a:p>
          <a:p>
            <a:pPr marL="354960" indent="-342360">
              <a:lnSpc>
                <a:spcPct val="100000"/>
              </a:lnSpc>
              <a:buClr>
                <a:srgbClr val="000000"/>
              </a:buClr>
              <a:buFont typeface="Arial MT"/>
              <a:buChar char="•"/>
              <a:tabLst>
                <a:tab pos="354960" algn="l"/>
              </a:tabLst>
            </a:pPr>
            <a:r>
              <a:rPr lang="fr-FR" sz="2400" b="0" u="none" strike="noStrike">
                <a:solidFill>
                  <a:srgbClr val="000000"/>
                </a:solidFill>
                <a:uFillTx/>
                <a:latin typeface="Calibri"/>
              </a:rPr>
              <a:t>Lancement</a:t>
            </a:r>
            <a:r>
              <a:rPr lang="fr-FR" sz="2400" b="0" u="none" strike="noStrike" spc="-31">
                <a:solidFill>
                  <a:srgbClr val="000000"/>
                </a:solidFill>
                <a:uFillTx/>
                <a:latin typeface="Calibri"/>
              </a:rPr>
              <a:t> </a:t>
            </a:r>
            <a:r>
              <a:rPr lang="fr-FR" sz="2400" b="0" u="none" strike="noStrike">
                <a:solidFill>
                  <a:srgbClr val="000000"/>
                </a:solidFill>
                <a:uFillTx/>
                <a:latin typeface="Calibri"/>
              </a:rPr>
              <a:t>de</a:t>
            </a:r>
            <a:r>
              <a:rPr lang="fr-FR" sz="2400" b="0" u="none" strike="noStrike" spc="-74">
                <a:solidFill>
                  <a:srgbClr val="000000"/>
                </a:solidFill>
                <a:uFillTx/>
                <a:latin typeface="Calibri"/>
              </a:rPr>
              <a:t> </a:t>
            </a:r>
            <a:r>
              <a:rPr lang="fr-FR" sz="2400" b="0" u="none" strike="noStrike" spc="-11">
                <a:solidFill>
                  <a:srgbClr val="000000"/>
                </a:solidFill>
                <a:uFillTx/>
                <a:latin typeface="Calibri"/>
              </a:rPr>
              <a:t>BlackBerry,Amazon</a:t>
            </a:r>
            <a:r>
              <a:rPr lang="fr-FR" sz="2400" b="0" u="none" strike="noStrike" spc="-34">
                <a:solidFill>
                  <a:srgbClr val="000000"/>
                </a:solidFill>
                <a:uFillTx/>
                <a:latin typeface="Calibri"/>
              </a:rPr>
              <a:t> </a:t>
            </a:r>
            <a:r>
              <a:rPr lang="fr-FR" sz="2400" b="0" u="none" strike="noStrike">
                <a:solidFill>
                  <a:srgbClr val="FFC000"/>
                </a:solidFill>
                <a:uFillTx/>
                <a:latin typeface="Calibri"/>
              </a:rPr>
              <a:t>web</a:t>
            </a:r>
            <a:r>
              <a:rPr lang="fr-FR" sz="2400" b="0" u="none" strike="noStrike" spc="-71">
                <a:solidFill>
                  <a:srgbClr val="FFC000"/>
                </a:solidFill>
                <a:uFillTx/>
                <a:latin typeface="Calibri"/>
              </a:rPr>
              <a:t> </a:t>
            </a:r>
            <a:r>
              <a:rPr lang="fr-FR" sz="2400" b="0" u="none" strike="noStrike" spc="-11">
                <a:solidFill>
                  <a:srgbClr val="FFC000"/>
                </a:solidFill>
                <a:uFillTx/>
                <a:latin typeface="Calibri"/>
              </a:rPr>
              <a:t>services</a:t>
            </a:r>
            <a:r>
              <a:rPr lang="fr-FR" sz="2400" b="0" u="none" strike="noStrike" spc="-11">
                <a:solidFill>
                  <a:srgbClr val="000000"/>
                </a:solidFill>
                <a:uFillTx/>
                <a:latin typeface="Calibri"/>
              </a:rPr>
              <a:t>(2002)</a:t>
            </a:r>
            <a:endParaRPr lang="fr-FR" sz="2400" b="0" u="none" strike="noStrike">
              <a:solidFill>
                <a:srgbClr val="000000"/>
              </a:solidFill>
              <a:uFillTx/>
              <a:latin typeface="Calibri"/>
            </a:endParaRPr>
          </a:p>
          <a:p>
            <a:pPr marL="354960" indent="-342360">
              <a:lnSpc>
                <a:spcPct val="100000"/>
              </a:lnSpc>
              <a:buClr>
                <a:srgbClr val="000000"/>
              </a:buClr>
              <a:buFont typeface="Arial MT"/>
              <a:buChar char="•"/>
              <a:tabLst>
                <a:tab pos="354960" algn="l"/>
              </a:tabLst>
            </a:pPr>
            <a:r>
              <a:rPr lang="fr-FR" sz="2400" b="0" u="none" strike="noStrike">
                <a:solidFill>
                  <a:srgbClr val="000000"/>
                </a:solidFill>
                <a:uFillTx/>
                <a:latin typeface="Calibri"/>
              </a:rPr>
              <a:t>Fondation</a:t>
            </a:r>
            <a:r>
              <a:rPr lang="fr-FR" sz="2400" b="0" u="none" strike="noStrike" spc="-60">
                <a:solidFill>
                  <a:srgbClr val="000000"/>
                </a:solidFill>
                <a:uFillTx/>
                <a:latin typeface="Calibri"/>
              </a:rPr>
              <a:t> </a:t>
            </a:r>
            <a:r>
              <a:rPr lang="fr-FR" sz="2400" b="0" u="none" strike="noStrike">
                <a:solidFill>
                  <a:srgbClr val="000000"/>
                </a:solidFill>
                <a:uFillTx/>
                <a:latin typeface="Calibri"/>
              </a:rPr>
              <a:t>de</a:t>
            </a:r>
            <a:r>
              <a:rPr lang="fr-FR" sz="2400" b="0" u="none" strike="noStrike" spc="-65">
                <a:solidFill>
                  <a:srgbClr val="000000"/>
                </a:solidFill>
                <a:uFillTx/>
                <a:latin typeface="Calibri"/>
              </a:rPr>
              <a:t> </a:t>
            </a:r>
            <a:r>
              <a:rPr lang="fr-FR" sz="2400" b="0" u="none" strike="noStrike">
                <a:solidFill>
                  <a:srgbClr val="000000"/>
                </a:solidFill>
                <a:uFillTx/>
                <a:latin typeface="Calibri"/>
              </a:rPr>
              <a:t>Facebook-</a:t>
            </a:r>
            <a:r>
              <a:rPr lang="fr-FR" sz="2400" b="0" u="none" strike="noStrike" spc="-51">
                <a:solidFill>
                  <a:srgbClr val="000000"/>
                </a:solidFill>
                <a:uFillTx/>
                <a:latin typeface="Calibri"/>
              </a:rPr>
              <a:t> </a:t>
            </a:r>
            <a:r>
              <a:rPr lang="fr-FR" sz="2400" b="0" u="none" strike="noStrike">
                <a:solidFill>
                  <a:srgbClr val="000000"/>
                </a:solidFill>
                <a:uFillTx/>
                <a:latin typeface="Calibri"/>
              </a:rPr>
              <a:t>révolution</a:t>
            </a:r>
            <a:r>
              <a:rPr lang="fr-FR" sz="2400" b="0" u="none" strike="noStrike" spc="-51">
                <a:solidFill>
                  <a:srgbClr val="000000"/>
                </a:solidFill>
                <a:uFillTx/>
                <a:latin typeface="Calibri"/>
              </a:rPr>
              <a:t> </a:t>
            </a:r>
            <a:r>
              <a:rPr lang="fr-FR" sz="2400" b="0" u="none" strike="noStrike">
                <a:solidFill>
                  <a:srgbClr val="000000"/>
                </a:solidFill>
                <a:uFillTx/>
                <a:latin typeface="Calibri"/>
              </a:rPr>
              <a:t>de</a:t>
            </a:r>
            <a:r>
              <a:rPr lang="fr-FR" sz="2400" b="0" u="none" strike="noStrike" spc="-65">
                <a:solidFill>
                  <a:srgbClr val="000000"/>
                </a:solidFill>
                <a:uFillTx/>
                <a:latin typeface="Calibri"/>
              </a:rPr>
              <a:t> </a:t>
            </a:r>
            <a:r>
              <a:rPr lang="fr-FR" sz="2400" b="0" u="none" strike="noStrike">
                <a:solidFill>
                  <a:srgbClr val="000000"/>
                </a:solidFill>
                <a:uFillTx/>
                <a:latin typeface="Calibri"/>
              </a:rPr>
              <a:t>la</a:t>
            </a:r>
            <a:r>
              <a:rPr lang="fr-FR" sz="2400" b="0" u="none" strike="noStrike" spc="-71">
                <a:solidFill>
                  <a:srgbClr val="000000"/>
                </a:solidFill>
                <a:uFillTx/>
                <a:latin typeface="Calibri"/>
              </a:rPr>
              <a:t> </a:t>
            </a:r>
            <a:r>
              <a:rPr lang="fr-FR" sz="2400" b="0" u="none" strike="noStrike" spc="-11">
                <a:solidFill>
                  <a:srgbClr val="000000"/>
                </a:solidFill>
                <a:uFillTx/>
                <a:latin typeface="Calibri"/>
              </a:rPr>
              <a:t>communication</a:t>
            </a:r>
            <a:endParaRPr lang="fr-FR" sz="2400" b="0" u="none" strike="noStrike">
              <a:solidFill>
                <a:srgbClr val="000000"/>
              </a:solidFill>
              <a:uFillTx/>
              <a:latin typeface="Calibri"/>
            </a:endParaRPr>
          </a:p>
          <a:p>
            <a:pPr marL="355680">
              <a:lnSpc>
                <a:spcPct val="100000"/>
              </a:lnSpc>
              <a:tabLst>
                <a:tab pos="354960" algn="l"/>
              </a:tabLst>
            </a:pPr>
            <a:r>
              <a:rPr lang="fr-FR" sz="2400" b="0" u="none" strike="noStrike">
                <a:solidFill>
                  <a:srgbClr val="000000"/>
                </a:solidFill>
                <a:uFillTx/>
                <a:latin typeface="Calibri"/>
              </a:rPr>
              <a:t>&amp;</a:t>
            </a:r>
            <a:r>
              <a:rPr lang="fr-FR" sz="2400" b="0" u="none" strike="noStrike" spc="-54">
                <a:solidFill>
                  <a:srgbClr val="000000"/>
                </a:solidFill>
                <a:uFillTx/>
                <a:latin typeface="Calibri"/>
              </a:rPr>
              <a:t> </a:t>
            </a:r>
            <a:r>
              <a:rPr lang="fr-FR" sz="2400" b="0" u="none" strike="noStrike">
                <a:solidFill>
                  <a:srgbClr val="000000"/>
                </a:solidFill>
                <a:uFillTx/>
                <a:latin typeface="Calibri"/>
              </a:rPr>
              <a:t>stockage</a:t>
            </a:r>
            <a:r>
              <a:rPr lang="fr-FR" sz="2400" b="0" u="none" strike="noStrike" spc="-20">
                <a:solidFill>
                  <a:srgbClr val="000000"/>
                </a:solidFill>
                <a:uFillTx/>
                <a:latin typeface="Calibri"/>
              </a:rPr>
              <a:t> </a:t>
            </a:r>
            <a:r>
              <a:rPr lang="fr-FR" sz="2400" b="0" u="none" strike="noStrike">
                <a:solidFill>
                  <a:srgbClr val="000000"/>
                </a:solidFill>
                <a:uFillTx/>
                <a:latin typeface="Calibri"/>
              </a:rPr>
              <a:t>-</a:t>
            </a:r>
            <a:r>
              <a:rPr lang="fr-FR" sz="2400" b="0" u="none" strike="noStrike" spc="-60">
                <a:solidFill>
                  <a:srgbClr val="000000"/>
                </a:solidFill>
                <a:uFillTx/>
                <a:latin typeface="Calibri"/>
              </a:rPr>
              <a:t> </a:t>
            </a:r>
            <a:r>
              <a:rPr lang="fr-FR" sz="2400" b="0" u="none" strike="noStrike">
                <a:solidFill>
                  <a:srgbClr val="FFC000"/>
                </a:solidFill>
                <a:uFillTx/>
                <a:latin typeface="Calibri"/>
              </a:rPr>
              <a:t>Cloud</a:t>
            </a:r>
            <a:r>
              <a:rPr lang="fr-FR" sz="2400" b="0" u="none" strike="noStrike" spc="-54">
                <a:solidFill>
                  <a:srgbClr val="FFC000"/>
                </a:solidFill>
                <a:uFillTx/>
                <a:latin typeface="Calibri"/>
              </a:rPr>
              <a:t> </a:t>
            </a:r>
            <a:r>
              <a:rPr lang="fr-FR" sz="2400" b="0" u="none" strike="noStrike">
                <a:solidFill>
                  <a:srgbClr val="FFC000"/>
                </a:solidFill>
                <a:uFillTx/>
                <a:latin typeface="Calibri"/>
              </a:rPr>
              <a:t>service</a:t>
            </a:r>
            <a:r>
              <a:rPr lang="fr-FR" sz="2400" b="0" u="none" strike="noStrike" spc="-45">
                <a:solidFill>
                  <a:srgbClr val="FFC000"/>
                </a:solidFill>
                <a:uFillTx/>
                <a:latin typeface="Calibri"/>
              </a:rPr>
              <a:t> </a:t>
            </a:r>
            <a:r>
              <a:rPr lang="fr-FR" sz="2400" b="0" u="none" strike="noStrike" spc="-11">
                <a:solidFill>
                  <a:srgbClr val="FFC000"/>
                </a:solidFill>
                <a:uFillTx/>
                <a:latin typeface="Calibri"/>
              </a:rPr>
              <a:t>personnel</a:t>
            </a:r>
            <a:r>
              <a:rPr lang="fr-FR" sz="2400" b="0" u="none" strike="noStrike" spc="-11">
                <a:solidFill>
                  <a:srgbClr val="000000"/>
                </a:solidFill>
                <a:uFillTx/>
                <a:latin typeface="Calibri"/>
              </a:rPr>
              <a:t>(2004)</a:t>
            </a:r>
            <a:endParaRPr lang="fr-FR" sz="2400" b="0" u="none" strike="noStrike">
              <a:solidFill>
                <a:srgbClr val="000000"/>
              </a:solidFill>
              <a:uFillTx/>
              <a:latin typeface="Calibri"/>
            </a:endParaRPr>
          </a:p>
          <a:p>
            <a:pPr marL="354960" indent="-342360">
              <a:lnSpc>
                <a:spcPct val="100000"/>
              </a:lnSpc>
              <a:buClr>
                <a:srgbClr val="FFC000"/>
              </a:buClr>
              <a:buFont typeface="Arial MT"/>
              <a:buChar char="•"/>
              <a:tabLst>
                <a:tab pos="354960" algn="l"/>
              </a:tabLst>
            </a:pPr>
            <a:r>
              <a:rPr lang="fr-FR" sz="2400" b="0" u="none" strike="noStrike">
                <a:solidFill>
                  <a:srgbClr val="FFC000"/>
                </a:solidFill>
                <a:uFillTx/>
                <a:latin typeface="Calibri"/>
              </a:rPr>
              <a:t>Paiement</a:t>
            </a:r>
            <a:r>
              <a:rPr lang="fr-FR" sz="2400" b="0" u="none" strike="noStrike" spc="-45">
                <a:solidFill>
                  <a:srgbClr val="FFC000"/>
                </a:solidFill>
                <a:uFillTx/>
                <a:latin typeface="Calibri"/>
              </a:rPr>
              <a:t> </a:t>
            </a:r>
            <a:r>
              <a:rPr lang="fr-FR" sz="2400" b="0" u="none" strike="noStrike">
                <a:solidFill>
                  <a:srgbClr val="FFC000"/>
                </a:solidFill>
                <a:uFillTx/>
                <a:latin typeface="Calibri"/>
              </a:rPr>
              <a:t>à</a:t>
            </a:r>
            <a:r>
              <a:rPr lang="fr-FR" sz="2400" b="0" u="none" strike="noStrike" spc="-51">
                <a:solidFill>
                  <a:srgbClr val="FFC000"/>
                </a:solidFill>
                <a:uFillTx/>
                <a:latin typeface="Calibri"/>
              </a:rPr>
              <a:t> </a:t>
            </a:r>
            <a:r>
              <a:rPr lang="fr-FR" sz="2400" b="0" u="none" strike="noStrike" spc="-11">
                <a:solidFill>
                  <a:srgbClr val="FFC000"/>
                </a:solidFill>
                <a:uFillTx/>
                <a:latin typeface="Calibri"/>
              </a:rPr>
              <a:t>l'utilisation</a:t>
            </a:r>
            <a:r>
              <a:rPr lang="fr-FR" sz="2400" b="0" u="none" strike="noStrike" spc="-11">
                <a:solidFill>
                  <a:srgbClr val="000000"/>
                </a:solidFill>
                <a:uFillTx/>
                <a:latin typeface="Calibri"/>
              </a:rPr>
              <a:t>(2006)</a:t>
            </a:r>
            <a:endParaRPr lang="fr-FR" sz="2400" b="0" u="none" strike="noStrike">
              <a:solidFill>
                <a:srgbClr val="000000"/>
              </a:solidFill>
              <a:uFillTx/>
              <a:latin typeface="Calibri"/>
            </a:endParaRPr>
          </a:p>
        </p:txBody>
      </p:sp>
      <p:sp>
        <p:nvSpPr>
          <p:cNvPr id="402" name="object 9"/>
          <p:cNvSpPr/>
          <p:nvPr/>
        </p:nvSpPr>
        <p:spPr>
          <a:xfrm>
            <a:off x="2190240" y="4636080"/>
            <a:ext cx="7278120" cy="110808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354960" indent="-342360">
              <a:lnSpc>
                <a:spcPct val="100000"/>
              </a:lnSpc>
              <a:spcBef>
                <a:spcPts val="96"/>
              </a:spcBef>
              <a:buClr>
                <a:srgbClr val="000000"/>
              </a:buClr>
              <a:buFont typeface="Arial MT"/>
              <a:buChar char="•"/>
              <a:tabLst>
                <a:tab pos="354960" algn="l"/>
              </a:tabLst>
            </a:pPr>
            <a:r>
              <a:rPr lang="fr-FR" sz="2400" b="0" u="none" strike="noStrike">
                <a:solidFill>
                  <a:srgbClr val="000000"/>
                </a:solidFill>
                <a:uFillTx/>
                <a:latin typeface="Calibri"/>
              </a:rPr>
              <a:t>Salesforce</a:t>
            </a:r>
            <a:r>
              <a:rPr lang="fr-FR" sz="2400" b="0" u="none" strike="noStrike" spc="-51">
                <a:solidFill>
                  <a:srgbClr val="000000"/>
                </a:solidFill>
                <a:uFillTx/>
                <a:latin typeface="Calibri"/>
              </a:rPr>
              <a:t> </a:t>
            </a:r>
            <a:r>
              <a:rPr lang="fr-FR" sz="2400" b="0" u="none" strike="noStrike">
                <a:solidFill>
                  <a:srgbClr val="000000"/>
                </a:solidFill>
                <a:uFillTx/>
                <a:latin typeface="Calibri"/>
              </a:rPr>
              <a:t>lance</a:t>
            </a:r>
            <a:r>
              <a:rPr lang="fr-FR" sz="2400" b="0" u="none" strike="noStrike" spc="-65">
                <a:solidFill>
                  <a:srgbClr val="000000"/>
                </a:solidFill>
                <a:uFillTx/>
                <a:latin typeface="Calibri"/>
              </a:rPr>
              <a:t> </a:t>
            </a:r>
            <a:r>
              <a:rPr lang="fr-FR" sz="2400" b="0" u="none" strike="noStrike">
                <a:solidFill>
                  <a:srgbClr val="000000"/>
                </a:solidFill>
                <a:uFillTx/>
                <a:latin typeface="Calibri"/>
              </a:rPr>
              <a:t>force.com</a:t>
            </a:r>
            <a:r>
              <a:rPr lang="fr-FR" sz="2400" b="0" u="none" strike="noStrike" spc="-60">
                <a:solidFill>
                  <a:srgbClr val="000000"/>
                </a:solidFill>
                <a:uFillTx/>
                <a:latin typeface="Calibri"/>
              </a:rPr>
              <a:t> </a:t>
            </a:r>
            <a:r>
              <a:rPr lang="fr-FR" sz="2400" b="0" u="none" strike="noStrike" spc="-26">
                <a:solidFill>
                  <a:srgbClr val="000000"/>
                </a:solidFill>
                <a:uFillTx/>
                <a:latin typeface="Calibri"/>
              </a:rPr>
              <a:t>-</a:t>
            </a:r>
            <a:r>
              <a:rPr lang="fr-FR" sz="2400" b="0" u="none" strike="noStrike">
                <a:solidFill>
                  <a:srgbClr val="FFC000"/>
                </a:solidFill>
                <a:uFillTx/>
                <a:latin typeface="Calibri"/>
              </a:rPr>
              <a:t>PaaS</a:t>
            </a:r>
            <a:r>
              <a:rPr lang="fr-FR" sz="2400" b="0" u="none" strike="noStrike">
                <a:solidFill>
                  <a:srgbClr val="000000"/>
                </a:solidFill>
                <a:uFillTx/>
                <a:latin typeface="Calibri"/>
              </a:rPr>
              <a:t>,</a:t>
            </a:r>
            <a:r>
              <a:rPr lang="fr-FR" sz="2400" b="0" u="none" strike="noStrike" spc="-71">
                <a:solidFill>
                  <a:srgbClr val="000000"/>
                </a:solidFill>
                <a:uFillTx/>
                <a:latin typeface="Calibri"/>
              </a:rPr>
              <a:t> </a:t>
            </a:r>
            <a:r>
              <a:rPr lang="fr-FR" sz="2400" b="0" u="none" strike="noStrike">
                <a:solidFill>
                  <a:srgbClr val="000000"/>
                </a:solidFill>
                <a:uFillTx/>
                <a:latin typeface="Calibri"/>
              </a:rPr>
              <a:t>Apple</a:t>
            </a:r>
            <a:r>
              <a:rPr lang="fr-FR" sz="2400" b="0" u="none" strike="noStrike" spc="-60">
                <a:solidFill>
                  <a:srgbClr val="000000"/>
                </a:solidFill>
                <a:uFillTx/>
                <a:latin typeface="Calibri"/>
              </a:rPr>
              <a:t> </a:t>
            </a:r>
            <a:r>
              <a:rPr lang="fr-FR" sz="2400" b="0" u="none" strike="noStrike">
                <a:solidFill>
                  <a:srgbClr val="000000"/>
                </a:solidFill>
                <a:uFillTx/>
                <a:latin typeface="Calibri"/>
              </a:rPr>
              <a:t>-</a:t>
            </a:r>
            <a:r>
              <a:rPr lang="fr-FR" sz="2400" b="0" u="none" strike="noStrike" spc="-65">
                <a:solidFill>
                  <a:srgbClr val="000000"/>
                </a:solidFill>
                <a:uFillTx/>
                <a:latin typeface="Calibri"/>
              </a:rPr>
              <a:t> </a:t>
            </a:r>
            <a:r>
              <a:rPr lang="fr-FR" sz="2400" b="0" u="none" strike="noStrike">
                <a:solidFill>
                  <a:srgbClr val="000000"/>
                </a:solidFill>
                <a:uFillTx/>
                <a:latin typeface="Calibri"/>
              </a:rPr>
              <a:t>iPhone</a:t>
            </a:r>
            <a:r>
              <a:rPr lang="fr-FR" sz="2400" b="0" u="none" strike="noStrike" spc="-85">
                <a:solidFill>
                  <a:srgbClr val="000000"/>
                </a:solidFill>
                <a:uFillTx/>
                <a:latin typeface="Calibri"/>
              </a:rPr>
              <a:t> </a:t>
            </a:r>
            <a:r>
              <a:rPr lang="fr-FR" sz="2400" b="0" u="none" strike="noStrike" spc="-11">
                <a:solidFill>
                  <a:srgbClr val="000000"/>
                </a:solidFill>
                <a:uFillTx/>
                <a:latin typeface="Calibri"/>
              </a:rPr>
              <a:t>(2007)</a:t>
            </a:r>
            <a:endParaRPr lang="fr-FR" sz="2400" b="0" u="none" strike="noStrike">
              <a:solidFill>
                <a:srgbClr val="000000"/>
              </a:solidFill>
              <a:uFillTx/>
              <a:latin typeface="Calibri"/>
            </a:endParaRPr>
          </a:p>
          <a:p>
            <a:pPr marL="354960" indent="-342360">
              <a:lnSpc>
                <a:spcPct val="100000"/>
              </a:lnSpc>
              <a:buClr>
                <a:srgbClr val="000000"/>
              </a:buClr>
              <a:buFont typeface="Arial MT"/>
              <a:buChar char="•"/>
              <a:tabLst>
                <a:tab pos="354960" algn="l"/>
              </a:tabLst>
            </a:pPr>
            <a:r>
              <a:rPr lang="fr-FR" sz="2400" b="0" u="none" strike="noStrike">
                <a:solidFill>
                  <a:srgbClr val="000000"/>
                </a:solidFill>
                <a:uFillTx/>
                <a:latin typeface="Calibri"/>
              </a:rPr>
              <a:t>HTC</a:t>
            </a:r>
            <a:r>
              <a:rPr lang="fr-FR" sz="2400" b="0" u="none" strike="noStrike" spc="-65">
                <a:solidFill>
                  <a:srgbClr val="000000"/>
                </a:solidFill>
                <a:uFillTx/>
                <a:latin typeface="Calibri"/>
              </a:rPr>
              <a:t> </a:t>
            </a:r>
            <a:r>
              <a:rPr lang="fr-FR" sz="2400" b="0" u="none" strike="noStrike">
                <a:solidFill>
                  <a:srgbClr val="000000"/>
                </a:solidFill>
                <a:uFillTx/>
                <a:latin typeface="Calibri"/>
              </a:rPr>
              <a:t>lance</a:t>
            </a:r>
            <a:r>
              <a:rPr lang="fr-FR" sz="2400" b="0" u="none" strike="noStrike" spc="-45">
                <a:solidFill>
                  <a:srgbClr val="000000"/>
                </a:solidFill>
                <a:uFillTx/>
                <a:latin typeface="Calibri"/>
              </a:rPr>
              <a:t> </a:t>
            </a:r>
            <a:r>
              <a:rPr lang="fr-FR" sz="2400" b="0" u="none" strike="noStrike">
                <a:solidFill>
                  <a:srgbClr val="000000"/>
                </a:solidFill>
                <a:uFillTx/>
                <a:latin typeface="Calibri"/>
              </a:rPr>
              <a:t>le</a:t>
            </a:r>
            <a:r>
              <a:rPr lang="fr-FR" sz="2400" b="0" u="none" strike="noStrike" spc="-71">
                <a:solidFill>
                  <a:srgbClr val="000000"/>
                </a:solidFill>
                <a:uFillTx/>
                <a:latin typeface="Calibri"/>
              </a:rPr>
              <a:t> </a:t>
            </a:r>
            <a:r>
              <a:rPr lang="fr-FR" sz="2400" b="0" u="none" strike="noStrike">
                <a:solidFill>
                  <a:srgbClr val="000000"/>
                </a:solidFill>
                <a:uFillTx/>
                <a:latin typeface="Calibri"/>
              </a:rPr>
              <a:t>premier</a:t>
            </a:r>
            <a:r>
              <a:rPr lang="fr-FR" sz="2400" b="0" u="none" strike="noStrike" spc="-45">
                <a:solidFill>
                  <a:srgbClr val="000000"/>
                </a:solidFill>
                <a:uFillTx/>
                <a:latin typeface="Calibri"/>
              </a:rPr>
              <a:t> </a:t>
            </a:r>
            <a:r>
              <a:rPr lang="fr-FR" sz="2400" b="0" u="none" strike="noStrike" spc="-11">
                <a:solidFill>
                  <a:srgbClr val="000000"/>
                </a:solidFill>
                <a:uFillTx/>
                <a:latin typeface="Calibri"/>
              </a:rPr>
              <a:t>smartphone</a:t>
            </a:r>
            <a:r>
              <a:rPr lang="fr-FR" sz="2400" b="0" u="none" strike="noStrike" spc="-45">
                <a:solidFill>
                  <a:srgbClr val="000000"/>
                </a:solidFill>
                <a:uFillTx/>
                <a:latin typeface="Calibri"/>
              </a:rPr>
              <a:t> </a:t>
            </a:r>
            <a:r>
              <a:rPr lang="fr-FR" sz="2400" b="0" u="none" strike="noStrike">
                <a:solidFill>
                  <a:srgbClr val="000000"/>
                </a:solidFill>
                <a:uFillTx/>
                <a:latin typeface="Calibri"/>
              </a:rPr>
              <a:t>Android</a:t>
            </a:r>
            <a:r>
              <a:rPr lang="fr-FR" sz="2400" b="0" u="none" strike="noStrike" spc="-60">
                <a:solidFill>
                  <a:srgbClr val="000000"/>
                </a:solidFill>
                <a:uFillTx/>
                <a:latin typeface="Calibri"/>
              </a:rPr>
              <a:t> </a:t>
            </a:r>
            <a:r>
              <a:rPr lang="fr-FR" sz="2400" b="0" u="none" strike="noStrike" spc="-11">
                <a:solidFill>
                  <a:srgbClr val="000000"/>
                </a:solidFill>
                <a:uFillTx/>
                <a:latin typeface="Calibri"/>
              </a:rPr>
              <a:t>(2008)</a:t>
            </a:r>
            <a:endParaRPr lang="fr-FR" sz="2400" b="0" u="none" strike="noStrike">
              <a:solidFill>
                <a:srgbClr val="000000"/>
              </a:solidFill>
              <a:uFillTx/>
              <a:latin typeface="Calibri"/>
            </a:endParaRPr>
          </a:p>
          <a:p>
            <a:pPr marL="354960" indent="-342360">
              <a:lnSpc>
                <a:spcPct val="100000"/>
              </a:lnSpc>
              <a:buClr>
                <a:srgbClr val="000000"/>
              </a:buClr>
              <a:buFont typeface="Arial MT"/>
              <a:buChar char="•"/>
              <a:tabLst>
                <a:tab pos="354960" algn="l"/>
              </a:tabLst>
            </a:pPr>
            <a:r>
              <a:rPr lang="fr-FR" sz="2400" b="0" u="none" strike="noStrike">
                <a:solidFill>
                  <a:srgbClr val="000000"/>
                </a:solidFill>
                <a:uFillTx/>
                <a:latin typeface="Calibri"/>
              </a:rPr>
              <a:t>Lancement</a:t>
            </a:r>
            <a:r>
              <a:rPr lang="fr-FR" sz="2400" b="0" u="none" strike="noStrike" spc="-45">
                <a:solidFill>
                  <a:srgbClr val="000000"/>
                </a:solidFill>
                <a:uFillTx/>
                <a:latin typeface="Calibri"/>
              </a:rPr>
              <a:t> </a:t>
            </a:r>
            <a:r>
              <a:rPr lang="fr-FR" sz="2400" b="0" u="none" strike="noStrike">
                <a:solidFill>
                  <a:srgbClr val="000000"/>
                </a:solidFill>
                <a:uFillTx/>
                <a:latin typeface="Calibri"/>
              </a:rPr>
              <a:t>de</a:t>
            </a:r>
            <a:r>
              <a:rPr lang="fr-FR" sz="2400" b="0" u="none" strike="noStrike" spc="-79">
                <a:solidFill>
                  <a:srgbClr val="000000"/>
                </a:solidFill>
                <a:uFillTx/>
                <a:latin typeface="Calibri"/>
              </a:rPr>
              <a:t> </a:t>
            </a:r>
            <a:r>
              <a:rPr lang="fr-FR" sz="2400" b="0" u="none" strike="noStrike">
                <a:solidFill>
                  <a:srgbClr val="000000"/>
                </a:solidFill>
                <a:uFillTx/>
                <a:latin typeface="Calibri"/>
              </a:rPr>
              <a:t>Google</a:t>
            </a:r>
            <a:r>
              <a:rPr lang="fr-FR" sz="2400" b="0" u="none" strike="noStrike" spc="-65">
                <a:solidFill>
                  <a:srgbClr val="000000"/>
                </a:solidFill>
                <a:uFillTx/>
                <a:latin typeface="Calibri"/>
              </a:rPr>
              <a:t> </a:t>
            </a:r>
            <a:r>
              <a:rPr lang="fr-FR" sz="2400" b="0" u="none" strike="noStrike">
                <a:solidFill>
                  <a:srgbClr val="000000"/>
                </a:solidFill>
                <a:uFillTx/>
                <a:latin typeface="Calibri"/>
              </a:rPr>
              <a:t>App</a:t>
            </a:r>
            <a:r>
              <a:rPr lang="fr-FR" sz="2400" b="0" u="none" strike="noStrike" spc="-85">
                <a:solidFill>
                  <a:srgbClr val="000000"/>
                </a:solidFill>
                <a:uFillTx/>
                <a:latin typeface="Calibri"/>
              </a:rPr>
              <a:t> </a:t>
            </a:r>
            <a:r>
              <a:rPr lang="fr-FR" sz="2400" b="0" u="none" strike="noStrike">
                <a:solidFill>
                  <a:srgbClr val="000000"/>
                </a:solidFill>
                <a:uFillTx/>
                <a:latin typeface="Calibri"/>
              </a:rPr>
              <a:t>Engine</a:t>
            </a:r>
            <a:r>
              <a:rPr lang="fr-FR" sz="2400" b="0" u="none" strike="noStrike" spc="-54">
                <a:solidFill>
                  <a:srgbClr val="000000"/>
                </a:solidFill>
                <a:uFillTx/>
                <a:latin typeface="Calibri"/>
              </a:rPr>
              <a:t> </a:t>
            </a:r>
            <a:r>
              <a:rPr lang="fr-FR" sz="2400" b="0" u="none" strike="noStrike" spc="-11">
                <a:solidFill>
                  <a:srgbClr val="000000"/>
                </a:solidFill>
                <a:uFillTx/>
                <a:latin typeface="Calibri"/>
              </a:rPr>
              <a:t>(2009)</a:t>
            </a:r>
            <a:endParaRPr lang="fr-FR" sz="2400" b="0" u="none" strike="noStrike">
              <a:solidFill>
                <a:srgbClr val="000000"/>
              </a:solidFill>
              <a:uFillTx/>
              <a:latin typeface="Calibri"/>
            </a:endParaRPr>
          </a:p>
        </p:txBody>
      </p:sp>
      <p:pic>
        <p:nvPicPr>
          <p:cNvPr id="403" name="object 10"/>
          <p:cNvPicPr/>
          <p:nvPr/>
        </p:nvPicPr>
        <p:blipFill>
          <a:blip r:embed="rId2"/>
          <a:stretch/>
        </p:blipFill>
        <p:spPr>
          <a:xfrm>
            <a:off x="3268440" y="3743280"/>
            <a:ext cx="4771080" cy="808560"/>
          </a:xfrm>
          <a:prstGeom prst="rect">
            <a:avLst/>
          </a:prstGeom>
          <a:ln w="0">
            <a:noFill/>
          </a:ln>
        </p:spPr>
      </p:pic>
      <p:sp>
        <p:nvSpPr>
          <p:cNvPr id="5" name="PlaceHolder 4"/>
          <p:cNvSpPr>
            <a:spLocks noGrp="1"/>
          </p:cNvSpPr>
          <p:nvPr>
            <p:ph type="sldNum" idx="32"/>
          </p:nvPr>
        </p:nvSpPr>
        <p:spPr/>
        <p:txBody>
          <a:bodyPr/>
          <a:lstStyle/>
          <a:p>
            <a:fld id="{52408923-D295-4F5E-A794-315BE4D59BAD}"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Aujourd'hui</a:t>
            </a:r>
            <a:endParaRPr lang="fr-FR" sz="3200" b="0" u="none" strike="noStrike">
              <a:solidFill>
                <a:srgbClr val="000000"/>
              </a:solidFill>
              <a:uFillTx/>
              <a:latin typeface="Arial"/>
            </a:endParaRPr>
          </a:p>
        </p:txBody>
      </p:sp>
      <p:sp>
        <p:nvSpPr>
          <p:cNvPr id="405" name="PlaceHolder 2"/>
          <p:cNvSpPr>
            <a:spLocks noGrp="1"/>
          </p:cNvSpPr>
          <p:nvPr>
            <p:ph type="dt" idx="55"/>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06"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pic>
        <p:nvPicPr>
          <p:cNvPr id="407" name="object 11"/>
          <p:cNvPicPr/>
          <p:nvPr/>
        </p:nvPicPr>
        <p:blipFill>
          <a:blip r:embed="rId2"/>
          <a:stretch/>
        </p:blipFill>
        <p:spPr>
          <a:xfrm>
            <a:off x="1800000" y="1721880"/>
            <a:ext cx="7919640" cy="4577760"/>
          </a:xfrm>
          <a:prstGeom prst="rect">
            <a:avLst/>
          </a:prstGeom>
          <a:ln w="0">
            <a:noFill/>
          </a:ln>
        </p:spPr>
      </p:pic>
      <p:sp>
        <p:nvSpPr>
          <p:cNvPr id="5" name="PlaceHolder 4"/>
          <p:cNvSpPr>
            <a:spLocks noGrp="1"/>
          </p:cNvSpPr>
          <p:nvPr>
            <p:ph type="sldNum" idx="32"/>
          </p:nvPr>
        </p:nvSpPr>
        <p:spPr/>
        <p:txBody>
          <a:bodyPr/>
          <a:lstStyle/>
          <a:p>
            <a:fld id="{89A70B52-8479-4C1C-81BC-E1D0C4D4189D}"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Aujourd'hui</a:t>
            </a:r>
            <a:endParaRPr lang="fr-FR" sz="3200" b="0" u="none" strike="noStrike">
              <a:solidFill>
                <a:srgbClr val="000000"/>
              </a:solidFill>
              <a:uFillTx/>
              <a:latin typeface="Arial"/>
            </a:endParaRPr>
          </a:p>
        </p:txBody>
      </p:sp>
      <p:sp>
        <p:nvSpPr>
          <p:cNvPr id="409" name="PlaceHolder 2"/>
          <p:cNvSpPr>
            <a:spLocks noGrp="1"/>
          </p:cNvSpPr>
          <p:nvPr>
            <p:ph type="dt" idx="56"/>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10"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pic>
        <p:nvPicPr>
          <p:cNvPr id="411" name="object 12"/>
          <p:cNvPicPr/>
          <p:nvPr/>
        </p:nvPicPr>
        <p:blipFill>
          <a:blip r:embed="rId2"/>
          <a:stretch/>
        </p:blipFill>
        <p:spPr>
          <a:xfrm>
            <a:off x="1800000" y="1351800"/>
            <a:ext cx="7919640" cy="4947840"/>
          </a:xfrm>
          <a:prstGeom prst="rect">
            <a:avLst/>
          </a:prstGeom>
          <a:ln w="0">
            <a:noFill/>
          </a:ln>
        </p:spPr>
      </p:pic>
      <p:sp>
        <p:nvSpPr>
          <p:cNvPr id="5" name="PlaceHolder 4"/>
          <p:cNvSpPr>
            <a:spLocks noGrp="1"/>
          </p:cNvSpPr>
          <p:nvPr>
            <p:ph type="sldNum" idx="32"/>
          </p:nvPr>
        </p:nvSpPr>
        <p:spPr/>
        <p:txBody>
          <a:bodyPr/>
          <a:lstStyle/>
          <a:p>
            <a:fld id="{7CBDCD3A-EE1C-4EC7-BC0F-0E76BCEF8B72}"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Aujourd'hui</a:t>
            </a:r>
            <a:endParaRPr lang="fr-FR" sz="3200" b="0" u="none" strike="noStrike">
              <a:solidFill>
                <a:srgbClr val="000000"/>
              </a:solidFill>
              <a:uFillTx/>
              <a:latin typeface="Arial"/>
            </a:endParaRPr>
          </a:p>
        </p:txBody>
      </p:sp>
      <p:sp>
        <p:nvSpPr>
          <p:cNvPr id="413" name="PlaceHolder 2"/>
          <p:cNvSpPr>
            <a:spLocks noGrp="1"/>
          </p:cNvSpPr>
          <p:nvPr>
            <p:ph type="dt" idx="57"/>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14"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pic>
        <p:nvPicPr>
          <p:cNvPr id="415" name="object 13"/>
          <p:cNvPicPr/>
          <p:nvPr/>
        </p:nvPicPr>
        <p:blipFill>
          <a:blip r:embed="rId3"/>
          <a:stretch/>
        </p:blipFill>
        <p:spPr>
          <a:xfrm>
            <a:off x="1980000" y="1440000"/>
            <a:ext cx="8639280" cy="4859640"/>
          </a:xfrm>
          <a:prstGeom prst="rect">
            <a:avLst/>
          </a:prstGeom>
          <a:ln w="0">
            <a:noFill/>
          </a:ln>
        </p:spPr>
      </p:pic>
      <p:sp>
        <p:nvSpPr>
          <p:cNvPr id="5" name="PlaceHolder 4"/>
          <p:cNvSpPr>
            <a:spLocks noGrp="1"/>
          </p:cNvSpPr>
          <p:nvPr>
            <p:ph type="sldNum" idx="32"/>
          </p:nvPr>
        </p:nvSpPr>
        <p:spPr/>
        <p:txBody>
          <a:bodyPr/>
          <a:lstStyle/>
          <a:p>
            <a:fld id="{0881E4AB-8114-48CA-B29B-1AB722E9FACB}"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PlaceHolder 1"/>
          <p:cNvSpPr>
            <a:spLocks noGrp="1"/>
          </p:cNvSpPr>
          <p:nvPr>
            <p:ph type="dt" idx="58"/>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17" name="PlaceHolder 2"/>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18" name="PlaceHolder 3"/>
          <p:cNvSpPr>
            <a:spLocks noGrp="1"/>
          </p:cNvSpPr>
          <p:nvPr>
            <p:ph type="title"/>
          </p:nvPr>
        </p:nvSpPr>
        <p:spPr>
          <a:xfrm>
            <a:off x="831960" y="1711080"/>
            <a:ext cx="10533600" cy="2943720"/>
          </a:xfrm>
          <a:prstGeom prst="rect">
            <a:avLst/>
          </a:prstGeom>
          <a:noFill/>
          <a:ln w="38160">
            <a:noFill/>
          </a:ln>
        </p:spPr>
        <p:txBody>
          <a:bodyPr lIns="91440" tIns="45720" rIns="91440" bIns="45720" anchor="ctr">
            <a:noAutofit/>
          </a:bodyPr>
          <a:lstStyle/>
          <a:p>
            <a:pPr indent="0" defTabSz="914400">
              <a:lnSpc>
                <a:spcPct val="90000"/>
              </a:lnSpc>
              <a:buNone/>
              <a:tabLst>
                <a:tab pos="0" algn="l"/>
              </a:tabLst>
            </a:pPr>
            <a:r>
              <a:rPr lang="fr-FR" sz="4800" b="0" u="none" strike="noStrike" dirty="0">
                <a:solidFill>
                  <a:srgbClr val="44445A"/>
                </a:solidFill>
                <a:uFillTx/>
                <a:latin typeface="Georgia"/>
              </a:rPr>
              <a:t>	  Définition</a:t>
            </a:r>
            <a:endParaRPr lang="fr-FR" sz="4800" b="0" u="none" strike="noStrike" dirty="0">
              <a:solidFill>
                <a:srgbClr val="000000"/>
              </a:solidFill>
              <a:uFillTx/>
              <a:latin typeface="Arial"/>
            </a:endParaRPr>
          </a:p>
        </p:txBody>
      </p:sp>
      <p:sp>
        <p:nvSpPr>
          <p:cNvPr id="5" name="PlaceHolder 4"/>
          <p:cNvSpPr>
            <a:spLocks noGrp="1"/>
          </p:cNvSpPr>
          <p:nvPr>
            <p:ph type="sldNum" idx="40"/>
          </p:nvPr>
        </p:nvSpPr>
        <p:spPr/>
        <p:txBody>
          <a:bodyPr/>
          <a:lstStyle/>
          <a:p>
            <a:fld id="{BDF1BCCE-88AB-4018-8557-89F2F9607619}"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Définition</a:t>
            </a:r>
            <a:endParaRPr lang="fr-FR" sz="3200" b="0" u="none" strike="noStrike">
              <a:solidFill>
                <a:srgbClr val="000000"/>
              </a:solidFill>
              <a:uFillTx/>
              <a:latin typeface="Arial"/>
            </a:endParaRPr>
          </a:p>
        </p:txBody>
      </p:sp>
      <p:sp>
        <p:nvSpPr>
          <p:cNvPr id="420" name="PlaceHolder 2"/>
          <p:cNvSpPr>
            <a:spLocks noGrp="1"/>
          </p:cNvSpPr>
          <p:nvPr>
            <p:ph type="dt" idx="59"/>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21"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22" name="object 14"/>
          <p:cNvSpPr/>
          <p:nvPr/>
        </p:nvSpPr>
        <p:spPr>
          <a:xfrm>
            <a:off x="662760" y="1747080"/>
            <a:ext cx="10532880" cy="11217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355680" indent="-343080">
              <a:lnSpc>
                <a:spcPct val="100000"/>
              </a:lnSpc>
              <a:spcBef>
                <a:spcPts val="99"/>
              </a:spcBef>
              <a:buClr>
                <a:srgbClr val="000000"/>
              </a:buClr>
              <a:buFont typeface="Arial MT"/>
              <a:buChar char="•"/>
              <a:tabLst>
                <a:tab pos="355680" algn="l"/>
              </a:tabLst>
            </a:pPr>
            <a:r>
              <a:rPr lang="fr-FR" sz="2400" b="1" u="none" strike="noStrike">
                <a:solidFill>
                  <a:srgbClr val="000000"/>
                </a:solidFill>
                <a:uFillTx/>
                <a:latin typeface="Calibri"/>
              </a:rPr>
              <a:t>Définition</a:t>
            </a:r>
            <a:r>
              <a:rPr lang="fr-FR" sz="2400" b="1" u="none" strike="noStrike" spc="-60">
                <a:solidFill>
                  <a:srgbClr val="000000"/>
                </a:solidFill>
                <a:uFillTx/>
                <a:latin typeface="Calibri"/>
              </a:rPr>
              <a:t> </a:t>
            </a:r>
            <a:r>
              <a:rPr lang="fr-FR" sz="2400" b="1" u="none" strike="noStrike">
                <a:solidFill>
                  <a:srgbClr val="000000"/>
                </a:solidFill>
                <a:uFillTx/>
                <a:latin typeface="Calibri"/>
              </a:rPr>
              <a:t>1</a:t>
            </a:r>
            <a:r>
              <a:rPr lang="fr-FR" sz="2400" b="0" u="none" strike="noStrike">
                <a:solidFill>
                  <a:srgbClr val="000000"/>
                </a:solidFill>
                <a:uFillTx/>
                <a:latin typeface="Calibri"/>
              </a:rPr>
              <a:t>:</a:t>
            </a:r>
            <a:r>
              <a:rPr lang="fr-FR" sz="2400" b="0" u="none" strike="noStrike" spc="-34">
                <a:solidFill>
                  <a:srgbClr val="000000"/>
                </a:solidFill>
                <a:uFillTx/>
                <a:latin typeface="Calibri"/>
              </a:rPr>
              <a:t> </a:t>
            </a:r>
            <a:endParaRPr lang="fr-FR" sz="2400" b="0" u="none" strike="noStrike">
              <a:solidFill>
                <a:srgbClr val="000000"/>
              </a:solidFill>
              <a:uFillTx/>
              <a:latin typeface="Calibri"/>
            </a:endParaRPr>
          </a:p>
          <a:p>
            <a:pPr marL="355680" indent="-343080">
              <a:lnSpc>
                <a:spcPct val="100000"/>
              </a:lnSpc>
              <a:spcBef>
                <a:spcPts val="99"/>
              </a:spcBef>
              <a:buClr>
                <a:srgbClr val="000000"/>
              </a:buClr>
              <a:buFont typeface="Arial MT"/>
              <a:buChar char="•"/>
              <a:tabLst>
                <a:tab pos="355680" algn="l"/>
              </a:tabLst>
            </a:pPr>
            <a:r>
              <a:rPr lang="fr-FR" sz="2400" b="0" u="none" strike="noStrike">
                <a:solidFill>
                  <a:srgbClr val="000000"/>
                </a:solidFill>
                <a:uFillTx/>
                <a:latin typeface="Calibri"/>
              </a:rPr>
              <a:t>Le</a:t>
            </a:r>
            <a:r>
              <a:rPr lang="fr-FR" sz="2400" b="0" u="none" strike="noStrike" spc="-45">
                <a:solidFill>
                  <a:srgbClr val="000000"/>
                </a:solidFill>
                <a:uFillTx/>
                <a:latin typeface="Calibri"/>
              </a:rPr>
              <a:t> </a:t>
            </a:r>
            <a:r>
              <a:rPr lang="fr-FR" sz="2400" b="0" u="none" strike="noStrike">
                <a:solidFill>
                  <a:srgbClr val="000000"/>
                </a:solidFill>
                <a:uFillTx/>
                <a:latin typeface="Calibri"/>
              </a:rPr>
              <a:t>Cloud</a:t>
            </a:r>
            <a:r>
              <a:rPr lang="fr-FR" sz="2400" b="0" u="none" strike="noStrike" spc="-31">
                <a:solidFill>
                  <a:srgbClr val="000000"/>
                </a:solidFill>
                <a:uFillTx/>
                <a:latin typeface="Calibri"/>
              </a:rPr>
              <a:t> </a:t>
            </a:r>
            <a:r>
              <a:rPr lang="fr-FR" sz="2400" b="0" u="none" strike="noStrike">
                <a:solidFill>
                  <a:srgbClr val="000000"/>
                </a:solidFill>
                <a:uFillTx/>
                <a:latin typeface="Calibri"/>
              </a:rPr>
              <a:t>Computing</a:t>
            </a:r>
            <a:r>
              <a:rPr lang="fr-FR" sz="2400" b="0" u="none" strike="noStrike" spc="-40">
                <a:solidFill>
                  <a:srgbClr val="000000"/>
                </a:solidFill>
                <a:uFillTx/>
                <a:latin typeface="Calibri"/>
              </a:rPr>
              <a:t> </a:t>
            </a:r>
            <a:r>
              <a:rPr lang="fr-FR" sz="2400" b="0" u="none" strike="noStrike">
                <a:solidFill>
                  <a:srgbClr val="000000"/>
                </a:solidFill>
                <a:uFillTx/>
                <a:latin typeface="Calibri"/>
              </a:rPr>
              <a:t>fournit</a:t>
            </a:r>
            <a:r>
              <a:rPr lang="fr-FR" sz="2400" b="0" u="none" strike="noStrike" spc="-40">
                <a:solidFill>
                  <a:srgbClr val="000000"/>
                </a:solidFill>
                <a:uFillTx/>
                <a:latin typeface="Calibri"/>
              </a:rPr>
              <a:t> </a:t>
            </a:r>
            <a:r>
              <a:rPr lang="fr-FR" sz="2400" b="0" u="none" strike="noStrike" spc="-26">
                <a:solidFill>
                  <a:srgbClr val="000000"/>
                </a:solidFill>
                <a:uFillTx/>
                <a:latin typeface="Calibri"/>
              </a:rPr>
              <a:t>des </a:t>
            </a:r>
            <a:r>
              <a:rPr lang="fr-FR" sz="2400" b="0" u="none" strike="noStrike">
                <a:solidFill>
                  <a:srgbClr val="000000"/>
                </a:solidFill>
                <a:uFillTx/>
                <a:latin typeface="Calibri"/>
              </a:rPr>
              <a:t>services</a:t>
            </a:r>
            <a:r>
              <a:rPr lang="fr-FR" sz="2400" b="0" u="none" strike="noStrike" spc="-79">
                <a:solidFill>
                  <a:srgbClr val="000000"/>
                </a:solidFill>
                <a:uFillTx/>
                <a:latin typeface="Calibri"/>
              </a:rPr>
              <a:t> </a:t>
            </a:r>
            <a:r>
              <a:rPr lang="fr-FR" sz="2400" b="0" u="none" strike="noStrike">
                <a:solidFill>
                  <a:srgbClr val="000000"/>
                </a:solidFill>
                <a:uFillTx/>
                <a:latin typeface="Calibri"/>
              </a:rPr>
              <a:t>ou</a:t>
            </a:r>
            <a:r>
              <a:rPr lang="fr-FR" sz="2400" b="0" u="none" strike="noStrike" spc="-34">
                <a:solidFill>
                  <a:srgbClr val="000000"/>
                </a:solidFill>
                <a:uFillTx/>
                <a:latin typeface="Calibri"/>
              </a:rPr>
              <a:t> </a:t>
            </a:r>
            <a:r>
              <a:rPr lang="fr-FR" sz="2400" b="0" u="none" strike="noStrike">
                <a:solidFill>
                  <a:srgbClr val="000000"/>
                </a:solidFill>
                <a:uFillTx/>
                <a:latin typeface="Calibri"/>
              </a:rPr>
              <a:t>des</a:t>
            </a:r>
            <a:r>
              <a:rPr lang="fr-FR" sz="2400" b="0" u="none" strike="noStrike" spc="-51">
                <a:solidFill>
                  <a:srgbClr val="000000"/>
                </a:solidFill>
                <a:uFillTx/>
                <a:latin typeface="Calibri"/>
              </a:rPr>
              <a:t> </a:t>
            </a:r>
            <a:r>
              <a:rPr lang="fr-FR" sz="2400" b="0" u="none" strike="noStrike">
                <a:solidFill>
                  <a:srgbClr val="000000"/>
                </a:solidFill>
                <a:uFillTx/>
                <a:latin typeface="Calibri"/>
              </a:rPr>
              <a:t>applications</a:t>
            </a:r>
            <a:r>
              <a:rPr lang="fr-FR" sz="2400" b="0" u="none" strike="noStrike" spc="-34">
                <a:solidFill>
                  <a:srgbClr val="000000"/>
                </a:solidFill>
                <a:uFillTx/>
                <a:latin typeface="Calibri"/>
              </a:rPr>
              <a:t> </a:t>
            </a:r>
            <a:r>
              <a:rPr lang="fr-FR" sz="2400" b="0" u="none" strike="noStrike">
                <a:solidFill>
                  <a:srgbClr val="000000"/>
                </a:solidFill>
                <a:uFillTx/>
                <a:latin typeface="Calibri"/>
              </a:rPr>
              <a:t>informatiques</a:t>
            </a:r>
            <a:r>
              <a:rPr lang="fr-FR" sz="2400" b="0" u="none" strike="noStrike" spc="-45">
                <a:solidFill>
                  <a:srgbClr val="000000"/>
                </a:solidFill>
                <a:uFillTx/>
                <a:latin typeface="Calibri"/>
              </a:rPr>
              <a:t> </a:t>
            </a:r>
            <a:r>
              <a:rPr lang="fr-FR" sz="2400" b="0" u="none" strike="noStrike" spc="-26">
                <a:solidFill>
                  <a:srgbClr val="000000"/>
                </a:solidFill>
                <a:uFillTx/>
                <a:latin typeface="Calibri"/>
              </a:rPr>
              <a:t>en </a:t>
            </a:r>
            <a:r>
              <a:rPr lang="fr-FR" sz="2400" b="0" u="none" strike="noStrike">
                <a:solidFill>
                  <a:srgbClr val="000000"/>
                </a:solidFill>
                <a:uFillTx/>
                <a:latin typeface="Calibri"/>
              </a:rPr>
              <a:t>ligne,</a:t>
            </a:r>
            <a:r>
              <a:rPr lang="fr-FR" sz="2400" b="0" u="none" strike="noStrike" spc="-34">
                <a:solidFill>
                  <a:srgbClr val="000000"/>
                </a:solidFill>
                <a:uFillTx/>
                <a:latin typeface="Calibri"/>
              </a:rPr>
              <a:t> </a:t>
            </a:r>
            <a:r>
              <a:rPr lang="fr-FR" sz="2400" b="0" u="none" strike="noStrike">
                <a:solidFill>
                  <a:srgbClr val="000000"/>
                </a:solidFill>
                <a:uFillTx/>
                <a:latin typeface="Calibri"/>
              </a:rPr>
              <a:t>accessibles</a:t>
            </a:r>
            <a:r>
              <a:rPr lang="fr-FR" sz="2400" b="0" u="none" strike="noStrike" spc="-45">
                <a:solidFill>
                  <a:srgbClr val="000000"/>
                </a:solidFill>
                <a:uFillTx/>
                <a:latin typeface="Calibri"/>
              </a:rPr>
              <a:t> </a:t>
            </a:r>
            <a:r>
              <a:rPr lang="fr-FR" sz="2400" b="0" u="none" strike="noStrike">
                <a:solidFill>
                  <a:srgbClr val="000000"/>
                </a:solidFill>
                <a:uFillTx/>
                <a:latin typeface="Calibri"/>
              </a:rPr>
              <a:t>partout,</a:t>
            </a:r>
            <a:r>
              <a:rPr lang="fr-FR" sz="2400" b="0" u="none" strike="noStrike" spc="-31">
                <a:solidFill>
                  <a:srgbClr val="000000"/>
                </a:solidFill>
                <a:uFillTx/>
                <a:latin typeface="Calibri"/>
              </a:rPr>
              <a:t> </a:t>
            </a:r>
            <a:r>
              <a:rPr lang="fr-FR" sz="2400" b="0" u="none" strike="noStrike">
                <a:solidFill>
                  <a:srgbClr val="000000"/>
                </a:solidFill>
                <a:uFillTx/>
                <a:latin typeface="Calibri"/>
              </a:rPr>
              <a:t>à</a:t>
            </a:r>
            <a:r>
              <a:rPr lang="fr-FR" sz="2400" b="0" u="none" strike="noStrike" spc="-31">
                <a:solidFill>
                  <a:srgbClr val="000000"/>
                </a:solidFill>
                <a:uFillTx/>
                <a:latin typeface="Calibri"/>
              </a:rPr>
              <a:t> </a:t>
            </a:r>
            <a:r>
              <a:rPr lang="fr-FR" sz="2400" b="0" u="none" strike="noStrike">
                <a:solidFill>
                  <a:srgbClr val="000000"/>
                </a:solidFill>
                <a:uFillTx/>
                <a:latin typeface="Calibri"/>
              </a:rPr>
              <a:t>tout</a:t>
            </a:r>
            <a:r>
              <a:rPr lang="fr-FR" sz="2400" b="0" u="none" strike="noStrike" spc="-26">
                <a:solidFill>
                  <a:srgbClr val="000000"/>
                </a:solidFill>
                <a:uFillTx/>
                <a:latin typeface="Calibri"/>
              </a:rPr>
              <a:t> </a:t>
            </a:r>
            <a:r>
              <a:rPr lang="fr-FR" sz="2400" b="0" u="none" strike="noStrike">
                <a:solidFill>
                  <a:srgbClr val="000000"/>
                </a:solidFill>
                <a:uFillTx/>
                <a:latin typeface="Calibri"/>
              </a:rPr>
              <a:t>moment,</a:t>
            </a:r>
            <a:r>
              <a:rPr lang="fr-FR" sz="2400" b="0" u="none" strike="noStrike" spc="-40">
                <a:solidFill>
                  <a:srgbClr val="000000"/>
                </a:solidFill>
                <a:uFillTx/>
                <a:latin typeface="Calibri"/>
              </a:rPr>
              <a:t> </a:t>
            </a:r>
            <a:r>
              <a:rPr lang="fr-FR" sz="2400" b="0" u="none" strike="noStrike">
                <a:solidFill>
                  <a:srgbClr val="000000"/>
                </a:solidFill>
                <a:uFillTx/>
                <a:latin typeface="Calibri"/>
              </a:rPr>
              <a:t>et</a:t>
            </a:r>
            <a:r>
              <a:rPr lang="fr-FR" sz="2400" b="0" u="none" strike="noStrike" spc="-34">
                <a:solidFill>
                  <a:srgbClr val="000000"/>
                </a:solidFill>
                <a:uFillTx/>
                <a:latin typeface="Calibri"/>
              </a:rPr>
              <a:t> </a:t>
            </a:r>
            <a:r>
              <a:rPr lang="fr-FR" sz="2400" b="0" u="none" strike="noStrike" spc="-26">
                <a:solidFill>
                  <a:srgbClr val="000000"/>
                </a:solidFill>
                <a:uFillTx/>
                <a:latin typeface="Calibri"/>
              </a:rPr>
              <a:t>de </a:t>
            </a:r>
            <a:r>
              <a:rPr lang="fr-FR" sz="2400" b="0" u="none" strike="noStrike">
                <a:solidFill>
                  <a:srgbClr val="000000"/>
                </a:solidFill>
                <a:uFillTx/>
                <a:latin typeface="Calibri"/>
              </a:rPr>
              <a:t>n'importe</a:t>
            </a:r>
            <a:r>
              <a:rPr lang="fr-FR" sz="2400" b="0" u="none" strike="noStrike" spc="-60">
                <a:solidFill>
                  <a:srgbClr val="000000"/>
                </a:solidFill>
                <a:uFillTx/>
                <a:latin typeface="Calibri"/>
              </a:rPr>
              <a:t> </a:t>
            </a:r>
            <a:r>
              <a:rPr lang="fr-FR" sz="2400" b="0" u="none" strike="noStrike">
                <a:solidFill>
                  <a:srgbClr val="000000"/>
                </a:solidFill>
                <a:uFillTx/>
                <a:latin typeface="Calibri"/>
              </a:rPr>
              <a:t>quel</a:t>
            </a:r>
            <a:r>
              <a:rPr lang="fr-FR" sz="2400" b="0" u="none" strike="noStrike" spc="-31">
                <a:solidFill>
                  <a:srgbClr val="000000"/>
                </a:solidFill>
                <a:uFillTx/>
                <a:latin typeface="Calibri"/>
              </a:rPr>
              <a:t> </a:t>
            </a:r>
            <a:r>
              <a:rPr lang="fr-FR" sz="2400" b="0" u="none" strike="noStrike" spc="-11">
                <a:solidFill>
                  <a:srgbClr val="000000"/>
                </a:solidFill>
                <a:uFillTx/>
                <a:latin typeface="Calibri"/>
              </a:rPr>
              <a:t>terminal.</a:t>
            </a:r>
            <a:endParaRPr lang="fr-FR" sz="2400" b="0" u="none" strike="noStrike">
              <a:solidFill>
                <a:srgbClr val="000000"/>
              </a:solidFill>
              <a:uFillTx/>
              <a:latin typeface="Calibri"/>
            </a:endParaRPr>
          </a:p>
        </p:txBody>
      </p:sp>
      <p:sp>
        <p:nvSpPr>
          <p:cNvPr id="423" name="object 25"/>
          <p:cNvSpPr/>
          <p:nvPr/>
        </p:nvSpPr>
        <p:spPr>
          <a:xfrm>
            <a:off x="720000" y="3350880"/>
            <a:ext cx="10619640" cy="201327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a:lnSpc>
                <a:spcPct val="100000"/>
              </a:lnSpc>
              <a:spcBef>
                <a:spcPts val="99"/>
              </a:spcBef>
              <a:tabLst>
                <a:tab pos="355680" algn="l"/>
              </a:tabLst>
            </a:pPr>
            <a:endParaRPr lang="fr-FR" sz="2600" b="0" u="none" strike="noStrike" dirty="0">
              <a:solidFill>
                <a:srgbClr val="000000"/>
              </a:solidFill>
              <a:uFillTx/>
              <a:latin typeface="Calibri"/>
            </a:endParaRPr>
          </a:p>
          <a:p>
            <a:pPr marL="355680" indent="-343080">
              <a:lnSpc>
                <a:spcPct val="100000"/>
              </a:lnSpc>
              <a:buClr>
                <a:srgbClr val="000000"/>
              </a:buClr>
              <a:buFont typeface="Arial MT"/>
              <a:buChar char="•"/>
              <a:tabLst>
                <a:tab pos="355680" algn="l"/>
              </a:tabLst>
            </a:pPr>
            <a:r>
              <a:rPr lang="fr-FR" sz="2600" b="1" u="none" strike="noStrike" dirty="0">
                <a:solidFill>
                  <a:srgbClr val="000000"/>
                </a:solidFill>
                <a:uFillTx/>
                <a:latin typeface="Calibri"/>
              </a:rPr>
              <a:t>Définition</a:t>
            </a:r>
            <a:r>
              <a:rPr lang="fr-FR" sz="2600" b="1" u="none" strike="noStrike" spc="-51" dirty="0">
                <a:solidFill>
                  <a:srgbClr val="000000"/>
                </a:solidFill>
                <a:uFillTx/>
                <a:latin typeface="Calibri"/>
              </a:rPr>
              <a:t> </a:t>
            </a:r>
            <a:r>
              <a:rPr lang="fr-FR" sz="2600" b="1" u="none" strike="noStrike" dirty="0">
                <a:solidFill>
                  <a:srgbClr val="000000"/>
                </a:solidFill>
                <a:uFillTx/>
                <a:latin typeface="Calibri"/>
              </a:rPr>
              <a:t>2</a:t>
            </a:r>
            <a:r>
              <a:rPr lang="fr-FR" sz="2600" b="0" u="none" strike="noStrike" dirty="0">
                <a:solidFill>
                  <a:srgbClr val="000000"/>
                </a:solidFill>
                <a:uFillTx/>
                <a:latin typeface="Calibri"/>
              </a:rPr>
              <a:t>:</a:t>
            </a:r>
            <a:r>
              <a:rPr lang="fr-FR" sz="2600" b="0" u="none" strike="noStrike" spc="-14" dirty="0">
                <a:solidFill>
                  <a:srgbClr val="000000"/>
                </a:solidFill>
                <a:uFillTx/>
                <a:latin typeface="Calibri"/>
              </a:rPr>
              <a:t> </a:t>
            </a:r>
            <a:endParaRPr lang="fr-FR" sz="2600" b="0" u="none" strike="noStrike" dirty="0">
              <a:solidFill>
                <a:srgbClr val="000000"/>
              </a:solidFill>
              <a:uFillTx/>
              <a:latin typeface="Calibri"/>
            </a:endParaRPr>
          </a:p>
          <a:p>
            <a:pPr marL="355680" indent="-343080">
              <a:lnSpc>
                <a:spcPct val="100000"/>
              </a:lnSpc>
              <a:buClr>
                <a:srgbClr val="000000"/>
              </a:buClr>
              <a:buFont typeface="Arial MT"/>
              <a:buChar char="•"/>
              <a:tabLst>
                <a:tab pos="355680" algn="l"/>
              </a:tabLst>
            </a:pPr>
            <a:r>
              <a:rPr lang="fr-FR" sz="2600" b="0" u="none" strike="noStrike" dirty="0">
                <a:solidFill>
                  <a:srgbClr val="000000"/>
                </a:solidFill>
                <a:uFillTx/>
                <a:latin typeface="Calibri"/>
              </a:rPr>
              <a:t>Le</a:t>
            </a:r>
            <a:r>
              <a:rPr lang="fr-FR" sz="2600" b="0" u="none" strike="noStrike" spc="-34" dirty="0">
                <a:solidFill>
                  <a:srgbClr val="000000"/>
                </a:solidFill>
                <a:uFillTx/>
                <a:latin typeface="Calibri"/>
              </a:rPr>
              <a:t> </a:t>
            </a:r>
            <a:r>
              <a:rPr lang="fr-FR" sz="2600" b="0" u="none" strike="noStrike" dirty="0">
                <a:solidFill>
                  <a:srgbClr val="000000"/>
                </a:solidFill>
                <a:uFillTx/>
                <a:latin typeface="Calibri"/>
              </a:rPr>
              <a:t>Cloud</a:t>
            </a:r>
            <a:r>
              <a:rPr lang="fr-FR" sz="2600" b="0" u="none" strike="noStrike" spc="-14" dirty="0">
                <a:solidFill>
                  <a:srgbClr val="000000"/>
                </a:solidFill>
                <a:uFillTx/>
                <a:latin typeface="Calibri"/>
              </a:rPr>
              <a:t> </a:t>
            </a:r>
            <a:r>
              <a:rPr lang="fr-FR" sz="2600" b="0" u="none" strike="noStrike" dirty="0" err="1">
                <a:solidFill>
                  <a:srgbClr val="000000"/>
                </a:solidFill>
                <a:uFillTx/>
                <a:latin typeface="Calibri"/>
              </a:rPr>
              <a:t>Computing</a:t>
            </a:r>
            <a:r>
              <a:rPr lang="fr-FR" sz="2600" b="0" u="none" strike="noStrike" spc="-14" dirty="0">
                <a:solidFill>
                  <a:srgbClr val="000000"/>
                </a:solidFill>
                <a:uFillTx/>
                <a:latin typeface="Calibri"/>
              </a:rPr>
              <a:t> </a:t>
            </a:r>
            <a:r>
              <a:rPr lang="fr-FR" sz="2600" b="0" u="none" strike="noStrike" dirty="0">
                <a:solidFill>
                  <a:srgbClr val="000000"/>
                </a:solidFill>
                <a:uFillTx/>
                <a:latin typeface="Calibri"/>
              </a:rPr>
              <a:t>est</a:t>
            </a:r>
            <a:r>
              <a:rPr lang="fr-FR" sz="2600" b="0" u="none" strike="noStrike" spc="-34" dirty="0">
                <a:solidFill>
                  <a:srgbClr val="000000"/>
                </a:solidFill>
                <a:uFillTx/>
                <a:latin typeface="Calibri"/>
              </a:rPr>
              <a:t> </a:t>
            </a:r>
            <a:r>
              <a:rPr lang="fr-FR" sz="2600" b="0" u="none" strike="noStrike" spc="-26" dirty="0">
                <a:solidFill>
                  <a:srgbClr val="000000"/>
                </a:solidFill>
                <a:uFillTx/>
                <a:latin typeface="Calibri"/>
              </a:rPr>
              <a:t>un </a:t>
            </a:r>
            <a:r>
              <a:rPr lang="fr-FR" sz="2600" b="0" u="none" strike="noStrike" dirty="0">
                <a:solidFill>
                  <a:srgbClr val="000000"/>
                </a:solidFill>
                <a:uFillTx/>
                <a:latin typeface="Calibri"/>
              </a:rPr>
              <a:t>concept</a:t>
            </a:r>
            <a:r>
              <a:rPr lang="fr-FR" sz="2600" b="0" u="none" strike="noStrike" spc="-31" dirty="0">
                <a:solidFill>
                  <a:srgbClr val="000000"/>
                </a:solidFill>
                <a:uFillTx/>
                <a:latin typeface="Calibri"/>
              </a:rPr>
              <a:t> </a:t>
            </a:r>
            <a:r>
              <a:rPr lang="fr-FR" sz="2600" b="0" u="none" strike="noStrike" dirty="0">
                <a:solidFill>
                  <a:srgbClr val="000000"/>
                </a:solidFill>
                <a:uFillTx/>
                <a:latin typeface="Calibri"/>
              </a:rPr>
              <a:t>qui</a:t>
            </a:r>
            <a:r>
              <a:rPr lang="fr-FR" sz="2600" b="0" u="none" strike="noStrike" spc="-26" dirty="0">
                <a:solidFill>
                  <a:srgbClr val="000000"/>
                </a:solidFill>
                <a:uFillTx/>
                <a:latin typeface="Calibri"/>
              </a:rPr>
              <a:t> </a:t>
            </a:r>
            <a:r>
              <a:rPr lang="fr-FR" sz="2600" b="0" u="none" strike="noStrike" dirty="0">
                <a:solidFill>
                  <a:srgbClr val="000000"/>
                </a:solidFill>
                <a:uFillTx/>
                <a:latin typeface="Calibri"/>
              </a:rPr>
              <a:t>consiste</a:t>
            </a:r>
            <a:r>
              <a:rPr lang="fr-FR" sz="2600" b="0" u="none" strike="noStrike" spc="-26" dirty="0">
                <a:solidFill>
                  <a:srgbClr val="000000"/>
                </a:solidFill>
                <a:uFillTx/>
                <a:latin typeface="Calibri"/>
              </a:rPr>
              <a:t> </a:t>
            </a:r>
            <a:r>
              <a:rPr lang="fr-FR" sz="2600" b="0" u="none" strike="noStrike" dirty="0">
                <a:solidFill>
                  <a:srgbClr val="000000"/>
                </a:solidFill>
                <a:uFillTx/>
                <a:latin typeface="Calibri"/>
              </a:rPr>
              <a:t>à</a:t>
            </a:r>
            <a:r>
              <a:rPr lang="fr-FR" sz="2600" b="0" u="none" strike="noStrike" spc="-14" dirty="0">
                <a:solidFill>
                  <a:srgbClr val="000000"/>
                </a:solidFill>
                <a:uFillTx/>
                <a:latin typeface="Calibri"/>
              </a:rPr>
              <a:t> </a:t>
            </a:r>
            <a:r>
              <a:rPr lang="fr-FR" sz="2600" b="0" u="none" strike="noStrike" dirty="0">
                <a:solidFill>
                  <a:srgbClr val="000000"/>
                </a:solidFill>
                <a:uFillTx/>
                <a:latin typeface="Calibri"/>
              </a:rPr>
              <a:t>déporter</a:t>
            </a:r>
            <a:r>
              <a:rPr lang="fr-FR" sz="2600" b="0" u="none" strike="noStrike" spc="-60" dirty="0">
                <a:solidFill>
                  <a:srgbClr val="000000"/>
                </a:solidFill>
                <a:uFillTx/>
                <a:latin typeface="Calibri"/>
              </a:rPr>
              <a:t> </a:t>
            </a:r>
            <a:r>
              <a:rPr lang="fr-FR" sz="2600" b="0" u="none" strike="noStrike" dirty="0">
                <a:solidFill>
                  <a:srgbClr val="000000"/>
                </a:solidFill>
                <a:uFillTx/>
                <a:latin typeface="Calibri"/>
              </a:rPr>
              <a:t>sur</a:t>
            </a:r>
            <a:r>
              <a:rPr lang="fr-FR" sz="2600" b="0" u="none" strike="noStrike" spc="-11" dirty="0">
                <a:solidFill>
                  <a:srgbClr val="000000"/>
                </a:solidFill>
                <a:uFillTx/>
                <a:latin typeface="Calibri"/>
              </a:rPr>
              <a:t> des serveurs </a:t>
            </a:r>
            <a:r>
              <a:rPr lang="fr-FR" sz="2600" b="0" u="none" strike="noStrike" dirty="0">
                <a:solidFill>
                  <a:srgbClr val="000000"/>
                </a:solidFill>
                <a:uFillTx/>
                <a:latin typeface="Calibri"/>
              </a:rPr>
              <a:t>distants</a:t>
            </a:r>
            <a:r>
              <a:rPr lang="fr-FR" sz="2600" b="0" u="none" strike="noStrike" spc="-74" dirty="0">
                <a:solidFill>
                  <a:srgbClr val="000000"/>
                </a:solidFill>
                <a:uFillTx/>
                <a:latin typeface="Calibri"/>
              </a:rPr>
              <a:t> </a:t>
            </a:r>
            <a:r>
              <a:rPr lang="fr-FR" sz="2600" b="0" u="none" strike="noStrike" dirty="0">
                <a:solidFill>
                  <a:srgbClr val="000000"/>
                </a:solidFill>
                <a:uFillTx/>
                <a:latin typeface="Calibri"/>
              </a:rPr>
              <a:t>des</a:t>
            </a:r>
            <a:r>
              <a:rPr lang="fr-FR" sz="2600" b="0" u="none" strike="noStrike" spc="-74" dirty="0">
                <a:solidFill>
                  <a:srgbClr val="000000"/>
                </a:solidFill>
                <a:uFillTx/>
                <a:latin typeface="Calibri"/>
              </a:rPr>
              <a:t> </a:t>
            </a:r>
            <a:r>
              <a:rPr lang="fr-FR" sz="2600" b="0" u="none" strike="noStrike" dirty="0">
                <a:solidFill>
                  <a:srgbClr val="000000"/>
                </a:solidFill>
                <a:uFillTx/>
                <a:latin typeface="Calibri"/>
              </a:rPr>
              <a:t>traitements</a:t>
            </a:r>
            <a:r>
              <a:rPr lang="fr-FR" sz="2600" b="0" u="none" strike="noStrike" spc="-60" dirty="0">
                <a:solidFill>
                  <a:srgbClr val="000000"/>
                </a:solidFill>
                <a:uFillTx/>
                <a:latin typeface="Calibri"/>
              </a:rPr>
              <a:t> </a:t>
            </a:r>
            <a:r>
              <a:rPr lang="fr-FR" sz="2600" b="0" u="none" strike="noStrike" spc="-11" dirty="0">
                <a:solidFill>
                  <a:srgbClr val="000000"/>
                </a:solidFill>
                <a:uFillTx/>
                <a:latin typeface="Calibri"/>
              </a:rPr>
              <a:t>informatiques </a:t>
            </a:r>
            <a:r>
              <a:rPr lang="fr-FR" sz="2600" b="0" u="none" strike="noStrike" dirty="0">
                <a:solidFill>
                  <a:srgbClr val="000000"/>
                </a:solidFill>
                <a:uFillTx/>
                <a:latin typeface="Calibri"/>
              </a:rPr>
              <a:t>traditionnellement</a:t>
            </a:r>
            <a:r>
              <a:rPr lang="fr-FR" sz="2600" b="0" u="none" strike="noStrike" spc="-45" dirty="0">
                <a:solidFill>
                  <a:srgbClr val="000000"/>
                </a:solidFill>
                <a:uFillTx/>
                <a:latin typeface="Calibri"/>
              </a:rPr>
              <a:t> </a:t>
            </a:r>
            <a:r>
              <a:rPr lang="fr-FR" sz="2600" b="0" u="none" strike="noStrike" dirty="0">
                <a:solidFill>
                  <a:srgbClr val="000000"/>
                </a:solidFill>
                <a:uFillTx/>
                <a:latin typeface="Calibri"/>
              </a:rPr>
              <a:t>localisées</a:t>
            </a:r>
            <a:r>
              <a:rPr lang="fr-FR" sz="2600" b="0" u="none" strike="noStrike" spc="-34" dirty="0">
                <a:solidFill>
                  <a:srgbClr val="000000"/>
                </a:solidFill>
                <a:uFillTx/>
                <a:latin typeface="Calibri"/>
              </a:rPr>
              <a:t> </a:t>
            </a:r>
            <a:r>
              <a:rPr lang="fr-FR" sz="2600" b="0" u="none" strike="noStrike" dirty="0">
                <a:solidFill>
                  <a:srgbClr val="000000"/>
                </a:solidFill>
                <a:uFillTx/>
                <a:latin typeface="Calibri"/>
              </a:rPr>
              <a:t>sur</a:t>
            </a:r>
            <a:r>
              <a:rPr lang="fr-FR" sz="2600" b="0" u="none" strike="noStrike" spc="-51" dirty="0">
                <a:solidFill>
                  <a:srgbClr val="000000"/>
                </a:solidFill>
                <a:uFillTx/>
                <a:latin typeface="Calibri"/>
              </a:rPr>
              <a:t> </a:t>
            </a:r>
            <a:r>
              <a:rPr lang="fr-FR" sz="2600" b="0" u="none" strike="noStrike" dirty="0">
                <a:solidFill>
                  <a:srgbClr val="000000"/>
                </a:solidFill>
                <a:uFillTx/>
                <a:latin typeface="Calibri"/>
              </a:rPr>
              <a:t>le</a:t>
            </a:r>
            <a:r>
              <a:rPr lang="fr-FR" sz="2600" b="0" u="none" strike="noStrike" spc="-45" dirty="0">
                <a:solidFill>
                  <a:srgbClr val="000000"/>
                </a:solidFill>
                <a:uFillTx/>
                <a:latin typeface="Calibri"/>
              </a:rPr>
              <a:t> </a:t>
            </a:r>
            <a:r>
              <a:rPr lang="fr-FR" sz="2600" b="0" u="none" strike="noStrike" dirty="0">
                <a:solidFill>
                  <a:srgbClr val="000000"/>
                </a:solidFill>
                <a:uFillTx/>
                <a:latin typeface="Calibri"/>
              </a:rPr>
              <a:t>poste</a:t>
            </a:r>
            <a:r>
              <a:rPr lang="fr-FR" sz="2600" b="0" u="none" strike="noStrike" spc="-65" dirty="0">
                <a:solidFill>
                  <a:srgbClr val="000000"/>
                </a:solidFill>
                <a:uFillTx/>
                <a:latin typeface="Calibri"/>
              </a:rPr>
              <a:t> </a:t>
            </a:r>
            <a:r>
              <a:rPr lang="fr-FR" sz="2600" b="0" u="none" strike="noStrike" spc="-11" dirty="0">
                <a:solidFill>
                  <a:srgbClr val="000000"/>
                </a:solidFill>
                <a:uFillTx/>
                <a:latin typeface="Calibri"/>
              </a:rPr>
              <a:t>client </a:t>
            </a:r>
            <a:r>
              <a:rPr lang="fr-FR" sz="2600" b="0" u="none" strike="noStrike" dirty="0">
                <a:solidFill>
                  <a:srgbClr val="000000"/>
                </a:solidFill>
                <a:uFillTx/>
                <a:latin typeface="Calibri"/>
              </a:rPr>
              <a:t>de</a:t>
            </a:r>
            <a:r>
              <a:rPr lang="fr-FR" sz="2600" b="0" u="none" strike="noStrike" spc="-11" dirty="0">
                <a:solidFill>
                  <a:srgbClr val="000000"/>
                </a:solidFill>
                <a:uFillTx/>
                <a:latin typeface="Calibri"/>
              </a:rPr>
              <a:t> l'utilisateur.</a:t>
            </a:r>
            <a:endParaRPr lang="fr-FR" sz="2600" b="0" u="none" strike="noStrike" dirty="0">
              <a:solidFill>
                <a:srgbClr val="000000"/>
              </a:solidFill>
              <a:uFillTx/>
              <a:latin typeface="Calibri"/>
            </a:endParaRPr>
          </a:p>
        </p:txBody>
      </p:sp>
      <p:sp>
        <p:nvSpPr>
          <p:cNvPr id="5" name="PlaceHolder 4"/>
          <p:cNvSpPr>
            <a:spLocks noGrp="1"/>
          </p:cNvSpPr>
          <p:nvPr>
            <p:ph type="sldNum" idx="32"/>
          </p:nvPr>
        </p:nvSpPr>
        <p:spPr/>
        <p:txBody>
          <a:bodyPr/>
          <a:lstStyle/>
          <a:p>
            <a:fld id="{77FC123D-C995-45BA-8197-C8670026BBAF}"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Définition</a:t>
            </a:r>
            <a:endParaRPr lang="fr-FR" sz="3200" b="0" u="none" strike="noStrike">
              <a:solidFill>
                <a:srgbClr val="000000"/>
              </a:solidFill>
              <a:uFillTx/>
              <a:latin typeface="Arial"/>
            </a:endParaRPr>
          </a:p>
        </p:txBody>
      </p:sp>
      <p:sp>
        <p:nvSpPr>
          <p:cNvPr id="425" name="PlaceHolder 2"/>
          <p:cNvSpPr>
            <a:spLocks noGrp="1"/>
          </p:cNvSpPr>
          <p:nvPr>
            <p:ph type="dt" idx="60"/>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26"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27" name="object 15"/>
          <p:cNvSpPr/>
          <p:nvPr/>
        </p:nvSpPr>
        <p:spPr>
          <a:xfrm>
            <a:off x="1008000" y="1620000"/>
            <a:ext cx="10331640" cy="184320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a:lnSpc>
                <a:spcPct val="100000"/>
              </a:lnSpc>
              <a:spcBef>
                <a:spcPts val="99"/>
              </a:spcBef>
              <a:tabLst>
                <a:tab pos="355680" algn="l"/>
              </a:tabLst>
            </a:pPr>
            <a:endParaRPr lang="fr-FR" sz="2400" b="0" u="none" strike="noStrike">
              <a:solidFill>
                <a:srgbClr val="000000"/>
              </a:solidFill>
              <a:uFillTx/>
              <a:latin typeface="Calibri"/>
            </a:endParaRPr>
          </a:p>
          <a:p>
            <a:pPr marL="355680" indent="-343080">
              <a:lnSpc>
                <a:spcPct val="100000"/>
              </a:lnSpc>
              <a:spcBef>
                <a:spcPts val="6"/>
              </a:spcBef>
              <a:buClr>
                <a:srgbClr val="000000"/>
              </a:buClr>
              <a:buFont typeface="Arial MT"/>
              <a:buChar char="•"/>
              <a:tabLst>
                <a:tab pos="355680" algn="l"/>
              </a:tabLst>
            </a:pPr>
            <a:r>
              <a:rPr lang="fr-FR" sz="2400" b="1" u="none" strike="noStrike">
                <a:solidFill>
                  <a:srgbClr val="000000"/>
                </a:solidFill>
                <a:uFillTx/>
                <a:latin typeface="Calibri"/>
              </a:rPr>
              <a:t>Définition</a:t>
            </a:r>
            <a:r>
              <a:rPr lang="fr-FR" sz="2400" b="1" u="none" strike="noStrike" spc="-65">
                <a:solidFill>
                  <a:srgbClr val="000000"/>
                </a:solidFill>
                <a:uFillTx/>
                <a:latin typeface="Calibri"/>
              </a:rPr>
              <a:t> </a:t>
            </a:r>
            <a:r>
              <a:rPr lang="fr-FR" sz="2400" b="1" u="none" strike="noStrike">
                <a:solidFill>
                  <a:srgbClr val="000000"/>
                </a:solidFill>
                <a:uFillTx/>
                <a:latin typeface="Calibri"/>
              </a:rPr>
              <a:t>3</a:t>
            </a:r>
            <a:r>
              <a:rPr lang="fr-FR" sz="2400" b="1" u="none" strike="noStrike" spc="-79">
                <a:solidFill>
                  <a:srgbClr val="000000"/>
                </a:solidFill>
                <a:uFillTx/>
                <a:latin typeface="Calibri"/>
              </a:rPr>
              <a:t> </a:t>
            </a:r>
            <a:r>
              <a:rPr lang="fr-FR" sz="2400" b="0" u="none" strike="noStrike">
                <a:solidFill>
                  <a:srgbClr val="000000"/>
                </a:solidFill>
                <a:uFillTx/>
                <a:latin typeface="Calibri"/>
              </a:rPr>
              <a:t>[National</a:t>
            </a:r>
            <a:r>
              <a:rPr lang="fr-FR" sz="2400" b="0" u="none" strike="noStrike" spc="-20">
                <a:solidFill>
                  <a:srgbClr val="000000"/>
                </a:solidFill>
                <a:uFillTx/>
                <a:latin typeface="Calibri"/>
              </a:rPr>
              <a:t> </a:t>
            </a:r>
            <a:r>
              <a:rPr lang="fr-FR" sz="2400" b="0" u="none" strike="noStrike">
                <a:solidFill>
                  <a:srgbClr val="000000"/>
                </a:solidFill>
                <a:uFillTx/>
                <a:latin typeface="Calibri"/>
              </a:rPr>
              <a:t>Institute</a:t>
            </a:r>
            <a:r>
              <a:rPr lang="fr-FR" sz="2400" b="0" u="none" strike="noStrike" spc="-51">
                <a:solidFill>
                  <a:srgbClr val="000000"/>
                </a:solidFill>
                <a:uFillTx/>
                <a:latin typeface="Calibri"/>
              </a:rPr>
              <a:t> </a:t>
            </a:r>
            <a:r>
              <a:rPr lang="fr-FR" sz="2400" b="0" u="none" strike="noStrike">
                <a:solidFill>
                  <a:srgbClr val="000000"/>
                </a:solidFill>
                <a:uFillTx/>
                <a:latin typeface="Calibri"/>
              </a:rPr>
              <a:t>of</a:t>
            </a:r>
            <a:r>
              <a:rPr lang="fr-FR" sz="2400" b="0" u="none" strike="noStrike" spc="-74">
                <a:solidFill>
                  <a:srgbClr val="000000"/>
                </a:solidFill>
                <a:uFillTx/>
                <a:latin typeface="Calibri"/>
              </a:rPr>
              <a:t> </a:t>
            </a:r>
            <a:r>
              <a:rPr lang="fr-FR" sz="2400" b="0" u="none" strike="noStrike" spc="-11">
                <a:solidFill>
                  <a:srgbClr val="000000"/>
                </a:solidFill>
                <a:uFillTx/>
                <a:latin typeface="Calibri"/>
              </a:rPr>
              <a:t>Standards </a:t>
            </a:r>
            <a:r>
              <a:rPr lang="fr-FR" sz="2400" b="0" u="none" strike="noStrike">
                <a:solidFill>
                  <a:srgbClr val="000000"/>
                </a:solidFill>
                <a:uFillTx/>
                <a:latin typeface="Calibri"/>
              </a:rPr>
              <a:t>and</a:t>
            </a:r>
            <a:r>
              <a:rPr lang="fr-FR" sz="2400" b="0" u="none" strike="noStrike" spc="-34">
                <a:solidFill>
                  <a:srgbClr val="000000"/>
                </a:solidFill>
                <a:uFillTx/>
                <a:latin typeface="Calibri"/>
              </a:rPr>
              <a:t> </a:t>
            </a:r>
            <a:r>
              <a:rPr lang="fr-FR" sz="2400" b="0" u="none" strike="noStrike">
                <a:solidFill>
                  <a:srgbClr val="000000"/>
                </a:solidFill>
                <a:uFillTx/>
                <a:latin typeface="Calibri"/>
              </a:rPr>
              <a:t>Technology]:</a:t>
            </a:r>
            <a:r>
              <a:rPr lang="fr-FR" sz="2400" b="0" u="none" strike="noStrike" spc="-40">
                <a:solidFill>
                  <a:srgbClr val="000000"/>
                </a:solidFill>
                <a:uFillTx/>
                <a:latin typeface="Calibri"/>
              </a:rPr>
              <a:t> </a:t>
            </a:r>
            <a:endParaRPr lang="fr-FR" sz="2400" b="0" u="none" strike="noStrike">
              <a:solidFill>
                <a:srgbClr val="000000"/>
              </a:solidFill>
              <a:uFillTx/>
              <a:latin typeface="Calibri"/>
            </a:endParaRPr>
          </a:p>
          <a:p>
            <a:pPr marL="355680" indent="-343080">
              <a:lnSpc>
                <a:spcPct val="100000"/>
              </a:lnSpc>
              <a:spcBef>
                <a:spcPts val="6"/>
              </a:spcBef>
              <a:buClr>
                <a:srgbClr val="000000"/>
              </a:buClr>
              <a:buFont typeface="Arial MT"/>
              <a:buChar char="•"/>
              <a:tabLst>
                <a:tab pos="355680" algn="l"/>
              </a:tabLst>
            </a:pPr>
            <a:r>
              <a:rPr lang="fr-FR" sz="2400" b="0" u="none" strike="noStrike">
                <a:solidFill>
                  <a:srgbClr val="000000"/>
                </a:solidFill>
                <a:uFillTx/>
                <a:latin typeface="Calibri"/>
              </a:rPr>
              <a:t>Le</a:t>
            </a:r>
            <a:r>
              <a:rPr lang="fr-FR" sz="2400" b="0" u="none" strike="noStrike" spc="-40">
                <a:solidFill>
                  <a:srgbClr val="000000"/>
                </a:solidFill>
                <a:uFillTx/>
                <a:latin typeface="Calibri"/>
              </a:rPr>
              <a:t> </a:t>
            </a:r>
            <a:r>
              <a:rPr lang="fr-FR" sz="2400" b="0" u="none" strike="noStrike">
                <a:solidFill>
                  <a:srgbClr val="000000"/>
                </a:solidFill>
                <a:uFillTx/>
                <a:latin typeface="Calibri"/>
              </a:rPr>
              <a:t>cloud</a:t>
            </a:r>
            <a:r>
              <a:rPr lang="fr-FR" sz="2400" b="0" u="none" strike="noStrike" spc="-40">
                <a:solidFill>
                  <a:srgbClr val="000000"/>
                </a:solidFill>
                <a:uFillTx/>
                <a:latin typeface="Calibri"/>
              </a:rPr>
              <a:t> </a:t>
            </a:r>
            <a:r>
              <a:rPr lang="fr-FR" sz="2400" b="0" u="none" strike="noStrike">
                <a:solidFill>
                  <a:srgbClr val="000000"/>
                </a:solidFill>
                <a:uFillTx/>
                <a:latin typeface="Calibri"/>
              </a:rPr>
              <a:t>computing</a:t>
            </a:r>
            <a:r>
              <a:rPr lang="fr-FR" sz="2400" b="0" u="none" strike="noStrike" spc="-45">
                <a:solidFill>
                  <a:srgbClr val="000000"/>
                </a:solidFill>
                <a:uFillTx/>
                <a:latin typeface="Calibri"/>
              </a:rPr>
              <a:t> </a:t>
            </a:r>
            <a:r>
              <a:rPr lang="fr-FR" sz="2400" b="0" u="none" strike="noStrike">
                <a:solidFill>
                  <a:srgbClr val="000000"/>
                </a:solidFill>
                <a:uFillTx/>
                <a:latin typeface="Calibri"/>
              </a:rPr>
              <a:t>est</a:t>
            </a:r>
            <a:r>
              <a:rPr lang="fr-FR" sz="2400" b="0" u="none" strike="noStrike" spc="-26">
                <a:solidFill>
                  <a:srgbClr val="000000"/>
                </a:solidFill>
                <a:uFillTx/>
                <a:latin typeface="Calibri"/>
              </a:rPr>
              <a:t> </a:t>
            </a:r>
            <a:r>
              <a:rPr lang="fr-FR" sz="2400" b="0" u="none" strike="noStrike" spc="-11">
                <a:solidFill>
                  <a:srgbClr val="000000"/>
                </a:solidFill>
                <a:uFillTx/>
                <a:latin typeface="Calibri"/>
              </a:rPr>
              <a:t>l'accès </a:t>
            </a:r>
            <a:r>
              <a:rPr lang="fr-FR" sz="2400" b="0" u="none" strike="noStrike">
                <a:solidFill>
                  <a:srgbClr val="000000"/>
                </a:solidFill>
                <a:uFillTx/>
                <a:latin typeface="Calibri"/>
              </a:rPr>
              <a:t>via</a:t>
            </a:r>
            <a:r>
              <a:rPr lang="fr-FR" sz="2400" b="0" u="none" strike="noStrike" spc="-31">
                <a:solidFill>
                  <a:srgbClr val="000000"/>
                </a:solidFill>
                <a:uFillTx/>
                <a:latin typeface="Calibri"/>
              </a:rPr>
              <a:t> </a:t>
            </a:r>
            <a:r>
              <a:rPr lang="fr-FR" sz="2400" b="0" u="none" strike="noStrike">
                <a:solidFill>
                  <a:srgbClr val="000000"/>
                </a:solidFill>
                <a:uFillTx/>
                <a:latin typeface="Calibri"/>
              </a:rPr>
              <a:t>un</a:t>
            </a:r>
            <a:r>
              <a:rPr lang="fr-FR" sz="2400" b="0" u="none" strike="noStrike" spc="-26">
                <a:solidFill>
                  <a:srgbClr val="000000"/>
                </a:solidFill>
                <a:uFillTx/>
                <a:latin typeface="Calibri"/>
              </a:rPr>
              <a:t> </a:t>
            </a:r>
            <a:r>
              <a:rPr lang="fr-FR" sz="2400" b="0" u="none" strike="noStrike">
                <a:solidFill>
                  <a:srgbClr val="000000"/>
                </a:solidFill>
                <a:uFillTx/>
                <a:latin typeface="Calibri"/>
              </a:rPr>
              <a:t>réseau</a:t>
            </a:r>
            <a:r>
              <a:rPr lang="fr-FR" sz="2400" b="0" u="none" strike="noStrike" spc="-34">
                <a:solidFill>
                  <a:srgbClr val="000000"/>
                </a:solidFill>
                <a:uFillTx/>
                <a:latin typeface="Calibri"/>
              </a:rPr>
              <a:t> </a:t>
            </a:r>
            <a:r>
              <a:rPr lang="fr-FR" sz="2400" b="0" u="none" strike="noStrike">
                <a:solidFill>
                  <a:srgbClr val="000000"/>
                </a:solidFill>
                <a:uFillTx/>
                <a:latin typeface="Calibri"/>
              </a:rPr>
              <a:t>de</a:t>
            </a:r>
            <a:r>
              <a:rPr lang="fr-FR" sz="2400" b="0" u="none" strike="noStrike" spc="-40">
                <a:solidFill>
                  <a:srgbClr val="000000"/>
                </a:solidFill>
                <a:uFillTx/>
                <a:latin typeface="Calibri"/>
              </a:rPr>
              <a:t> </a:t>
            </a:r>
            <a:r>
              <a:rPr lang="fr-FR" sz="2400" b="0" u="none" strike="noStrike">
                <a:solidFill>
                  <a:srgbClr val="000000"/>
                </a:solidFill>
                <a:uFillTx/>
                <a:latin typeface="Calibri"/>
              </a:rPr>
              <a:t>télécommunications,</a:t>
            </a:r>
            <a:r>
              <a:rPr lang="fr-FR" sz="2400" b="0" u="none" strike="noStrike" spc="-34">
                <a:solidFill>
                  <a:srgbClr val="000000"/>
                </a:solidFill>
                <a:uFillTx/>
                <a:latin typeface="Calibri"/>
              </a:rPr>
              <a:t> </a:t>
            </a:r>
            <a:r>
              <a:rPr lang="fr-FR" sz="2400" b="0" u="none" strike="noStrike">
                <a:solidFill>
                  <a:srgbClr val="000000"/>
                </a:solidFill>
                <a:uFillTx/>
                <a:latin typeface="Calibri"/>
              </a:rPr>
              <a:t>à</a:t>
            </a:r>
            <a:r>
              <a:rPr lang="fr-FR" sz="2400" b="0" u="none" strike="noStrike" spc="-14">
                <a:solidFill>
                  <a:srgbClr val="000000"/>
                </a:solidFill>
                <a:uFillTx/>
                <a:latin typeface="Calibri"/>
              </a:rPr>
              <a:t> </a:t>
            </a:r>
            <a:r>
              <a:rPr lang="fr-FR" sz="2400" b="0" u="none" strike="noStrike" spc="-26">
                <a:solidFill>
                  <a:srgbClr val="000000"/>
                </a:solidFill>
                <a:uFillTx/>
                <a:latin typeface="Calibri"/>
              </a:rPr>
              <a:t>la </a:t>
            </a:r>
            <a:r>
              <a:rPr lang="fr-FR" sz="2400" b="0" u="none" strike="noStrike">
                <a:solidFill>
                  <a:srgbClr val="000000"/>
                </a:solidFill>
                <a:uFillTx/>
                <a:latin typeface="Calibri"/>
              </a:rPr>
              <a:t>demande</a:t>
            </a:r>
            <a:r>
              <a:rPr lang="fr-FR" sz="2400" b="0" u="none" strike="noStrike" spc="-11">
                <a:solidFill>
                  <a:srgbClr val="000000"/>
                </a:solidFill>
                <a:uFillTx/>
                <a:latin typeface="Calibri"/>
              </a:rPr>
              <a:t> </a:t>
            </a:r>
            <a:r>
              <a:rPr lang="fr-FR" sz="2400" b="0" u="none" strike="noStrike">
                <a:solidFill>
                  <a:srgbClr val="000000"/>
                </a:solidFill>
                <a:uFillTx/>
                <a:latin typeface="Calibri"/>
              </a:rPr>
              <a:t>et</a:t>
            </a:r>
            <a:r>
              <a:rPr lang="fr-FR" sz="2400" b="0" u="none" strike="noStrike" spc="-11">
                <a:solidFill>
                  <a:srgbClr val="000000"/>
                </a:solidFill>
                <a:uFillTx/>
                <a:latin typeface="Calibri"/>
              </a:rPr>
              <a:t> </a:t>
            </a:r>
            <a:r>
              <a:rPr lang="fr-FR" sz="2400" b="0" u="none" strike="noStrike">
                <a:solidFill>
                  <a:srgbClr val="000000"/>
                </a:solidFill>
                <a:uFillTx/>
                <a:latin typeface="Calibri"/>
              </a:rPr>
              <a:t>en</a:t>
            </a:r>
            <a:r>
              <a:rPr lang="fr-FR" sz="2400" b="0" u="none" strike="noStrike" spc="-26">
                <a:solidFill>
                  <a:srgbClr val="000000"/>
                </a:solidFill>
                <a:uFillTx/>
                <a:latin typeface="Calibri"/>
              </a:rPr>
              <a:t> </a:t>
            </a:r>
            <a:r>
              <a:rPr lang="fr-FR" sz="2400" b="0" u="none" strike="noStrike" spc="-11">
                <a:solidFill>
                  <a:srgbClr val="000000"/>
                </a:solidFill>
                <a:uFillTx/>
                <a:latin typeface="Calibri"/>
              </a:rPr>
              <a:t>libre-</a:t>
            </a:r>
            <a:r>
              <a:rPr lang="fr-FR" sz="2400" b="0" u="none" strike="noStrike">
                <a:solidFill>
                  <a:srgbClr val="000000"/>
                </a:solidFill>
                <a:uFillTx/>
                <a:latin typeface="Calibri"/>
              </a:rPr>
              <a:t>service,</a:t>
            </a:r>
            <a:r>
              <a:rPr lang="fr-FR" sz="2400" b="0" u="none" strike="noStrike" spc="-54">
                <a:solidFill>
                  <a:srgbClr val="000000"/>
                </a:solidFill>
                <a:uFillTx/>
                <a:latin typeface="Calibri"/>
              </a:rPr>
              <a:t> </a:t>
            </a:r>
            <a:r>
              <a:rPr lang="fr-FR" sz="2400" b="0" u="none" strike="noStrike">
                <a:solidFill>
                  <a:srgbClr val="000000"/>
                </a:solidFill>
                <a:uFillTx/>
                <a:latin typeface="Calibri"/>
              </a:rPr>
              <a:t>à des</a:t>
            </a:r>
            <a:r>
              <a:rPr lang="fr-FR" sz="2400" b="0" u="none" strike="noStrike" spc="-26">
                <a:solidFill>
                  <a:srgbClr val="000000"/>
                </a:solidFill>
                <a:uFillTx/>
                <a:latin typeface="Calibri"/>
              </a:rPr>
              <a:t> </a:t>
            </a:r>
            <a:r>
              <a:rPr lang="fr-FR" sz="2400" b="0" u="none" strike="noStrike" spc="-11">
                <a:solidFill>
                  <a:srgbClr val="000000"/>
                </a:solidFill>
                <a:uFillTx/>
                <a:latin typeface="Calibri"/>
              </a:rPr>
              <a:t>ressources </a:t>
            </a:r>
            <a:r>
              <a:rPr lang="fr-FR" sz="2400" b="0" u="none" strike="noStrike">
                <a:solidFill>
                  <a:srgbClr val="000000"/>
                </a:solidFill>
                <a:uFillTx/>
                <a:latin typeface="Calibri"/>
              </a:rPr>
              <a:t>informatiques</a:t>
            </a:r>
            <a:r>
              <a:rPr lang="fr-FR" sz="2400" b="0" u="none" strike="noStrike" spc="-79">
                <a:solidFill>
                  <a:srgbClr val="000000"/>
                </a:solidFill>
                <a:uFillTx/>
                <a:latin typeface="Calibri"/>
              </a:rPr>
              <a:t> </a:t>
            </a:r>
            <a:r>
              <a:rPr lang="fr-FR" sz="2400" b="0" u="none" strike="noStrike">
                <a:solidFill>
                  <a:srgbClr val="000000"/>
                </a:solidFill>
                <a:uFillTx/>
                <a:latin typeface="Calibri"/>
              </a:rPr>
              <a:t>partagées</a:t>
            </a:r>
            <a:r>
              <a:rPr lang="fr-FR" sz="2400" b="0" u="none" strike="noStrike" spc="-91">
                <a:solidFill>
                  <a:srgbClr val="000000"/>
                </a:solidFill>
                <a:uFillTx/>
                <a:latin typeface="Calibri"/>
              </a:rPr>
              <a:t> </a:t>
            </a:r>
            <a:r>
              <a:rPr lang="fr-FR" sz="2400" b="0" u="none" strike="noStrike" spc="-11">
                <a:solidFill>
                  <a:srgbClr val="000000"/>
                </a:solidFill>
                <a:uFillTx/>
                <a:latin typeface="Calibri"/>
              </a:rPr>
              <a:t>configurables.</a:t>
            </a:r>
            <a:endParaRPr lang="fr-FR" sz="2400" b="0" u="none" strike="noStrike">
              <a:solidFill>
                <a:srgbClr val="000000"/>
              </a:solidFill>
              <a:uFillTx/>
              <a:latin typeface="Calibri"/>
            </a:endParaRPr>
          </a:p>
        </p:txBody>
      </p:sp>
      <p:sp>
        <p:nvSpPr>
          <p:cNvPr id="5" name="PlaceHolder 4"/>
          <p:cNvSpPr>
            <a:spLocks noGrp="1"/>
          </p:cNvSpPr>
          <p:nvPr>
            <p:ph type="sldNum" idx="32"/>
          </p:nvPr>
        </p:nvSpPr>
        <p:spPr/>
        <p:txBody>
          <a:bodyPr/>
          <a:lstStyle/>
          <a:p>
            <a:fld id="{0CF51CBA-95B2-444B-B654-2ED8A4598E90}"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Ce qu'est le Cloud Computing</a:t>
            </a:r>
            <a:endParaRPr lang="fr-FR" sz="3200" b="0" u="none" strike="noStrike">
              <a:solidFill>
                <a:srgbClr val="000000"/>
              </a:solidFill>
              <a:uFillTx/>
              <a:latin typeface="Arial"/>
            </a:endParaRPr>
          </a:p>
        </p:txBody>
      </p:sp>
      <p:sp>
        <p:nvSpPr>
          <p:cNvPr id="429" name="PlaceHolder 2"/>
          <p:cNvSpPr>
            <a:spLocks noGrp="1"/>
          </p:cNvSpPr>
          <p:nvPr>
            <p:ph type="dt" idx="61"/>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30"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31" name="object 16"/>
          <p:cNvSpPr/>
          <p:nvPr/>
        </p:nvSpPr>
        <p:spPr>
          <a:xfrm>
            <a:off x="1453680" y="1980000"/>
            <a:ext cx="7725960" cy="3306240"/>
          </a:xfrm>
          <a:prstGeom prst="rect">
            <a:avLst/>
          </a:prstGeom>
          <a:noFill/>
          <a:ln w="0">
            <a:noFill/>
          </a:ln>
        </p:spPr>
        <p:style>
          <a:lnRef idx="0">
            <a:scrgbClr r="0" g="0" b="0"/>
          </a:lnRef>
          <a:fillRef idx="0">
            <a:scrgbClr r="0" g="0" b="0"/>
          </a:fillRef>
          <a:effectRef idx="0">
            <a:scrgbClr r="0" g="0" b="0"/>
          </a:effectRef>
          <a:fontRef idx="minor"/>
        </p:style>
        <p:txBody>
          <a:bodyPr lIns="0" tIns="13320" rIns="0" bIns="0" anchor="t">
            <a:spAutoFit/>
          </a:bodyPr>
          <a:lstStyle/>
          <a:p>
            <a:pPr marL="354960" indent="-342360">
              <a:lnSpc>
                <a:spcPct val="100000"/>
              </a:lnSpc>
              <a:spcBef>
                <a:spcPts val="105"/>
              </a:spcBef>
              <a:buClr>
                <a:srgbClr val="252525"/>
              </a:buClr>
              <a:buFont typeface="Arial MT"/>
              <a:buChar char="•"/>
              <a:tabLst>
                <a:tab pos="354960" algn="l"/>
              </a:tabLst>
            </a:pPr>
            <a:r>
              <a:rPr lang="fr-FR" sz="2400" b="0" u="none" strike="noStrike" dirty="0">
                <a:solidFill>
                  <a:srgbClr val="252525"/>
                </a:solidFill>
                <a:uFillTx/>
                <a:latin typeface="Calibri"/>
              </a:rPr>
              <a:t>Agrégation</a:t>
            </a:r>
            <a:r>
              <a:rPr lang="fr-FR" sz="2400" b="0" u="none" strike="noStrike" spc="-51" dirty="0">
                <a:solidFill>
                  <a:srgbClr val="252525"/>
                </a:solidFill>
                <a:uFillTx/>
                <a:latin typeface="Calibri"/>
              </a:rPr>
              <a:t> </a:t>
            </a:r>
            <a:r>
              <a:rPr lang="fr-FR" sz="2400" b="0" u="none" strike="noStrike" dirty="0">
                <a:solidFill>
                  <a:srgbClr val="252525"/>
                </a:solidFill>
                <a:uFillTx/>
                <a:latin typeface="Calibri"/>
              </a:rPr>
              <a:t>de</a:t>
            </a:r>
            <a:r>
              <a:rPr lang="fr-FR" sz="2400" b="0" u="none" strike="noStrike" spc="-11" dirty="0">
                <a:solidFill>
                  <a:srgbClr val="252525"/>
                </a:solidFill>
                <a:uFillTx/>
                <a:latin typeface="Calibri"/>
              </a:rPr>
              <a:t> serveurs</a:t>
            </a:r>
            <a:endParaRPr lang="fr-FR" sz="2400" b="0" u="none" strike="noStrike" dirty="0">
              <a:solidFill>
                <a:srgbClr val="000000"/>
              </a:solidFill>
              <a:uFillTx/>
              <a:latin typeface="Calibri"/>
            </a:endParaRPr>
          </a:p>
          <a:p>
            <a:pPr marL="355680" indent="-343080">
              <a:lnSpc>
                <a:spcPct val="100000"/>
              </a:lnSpc>
              <a:spcBef>
                <a:spcPts val="6"/>
              </a:spcBef>
              <a:buClr>
                <a:srgbClr val="252525"/>
              </a:buClr>
              <a:buFont typeface="Arial MT"/>
              <a:buChar char="•"/>
              <a:tabLst>
                <a:tab pos="355680" algn="l"/>
              </a:tabLst>
            </a:pPr>
            <a:r>
              <a:rPr lang="fr-FR" sz="2400" b="0" u="none" strike="noStrike" dirty="0">
                <a:solidFill>
                  <a:srgbClr val="252525"/>
                </a:solidFill>
                <a:uFillTx/>
                <a:latin typeface="Calibri"/>
              </a:rPr>
              <a:t>Hébergement</a:t>
            </a:r>
            <a:r>
              <a:rPr lang="fr-FR" sz="2400" b="0" u="none" strike="noStrike" spc="-34" dirty="0">
                <a:solidFill>
                  <a:srgbClr val="252525"/>
                </a:solidFill>
                <a:uFillTx/>
                <a:latin typeface="Calibri"/>
              </a:rPr>
              <a:t> </a:t>
            </a:r>
            <a:r>
              <a:rPr lang="fr-FR" sz="2400" b="0" u="none" strike="noStrike" dirty="0">
                <a:solidFill>
                  <a:srgbClr val="252525"/>
                </a:solidFill>
                <a:uFillTx/>
                <a:latin typeface="Calibri"/>
              </a:rPr>
              <a:t>de</a:t>
            </a:r>
            <a:r>
              <a:rPr lang="fr-FR" sz="2400" b="0" u="none" strike="noStrike" spc="-26" dirty="0">
                <a:solidFill>
                  <a:srgbClr val="252525"/>
                </a:solidFill>
                <a:uFillTx/>
                <a:latin typeface="Calibri"/>
              </a:rPr>
              <a:t> </a:t>
            </a:r>
            <a:r>
              <a:rPr lang="fr-FR" sz="2400" b="0" u="none" strike="noStrike" dirty="0">
                <a:solidFill>
                  <a:srgbClr val="252525"/>
                </a:solidFill>
                <a:uFillTx/>
                <a:latin typeface="Calibri"/>
              </a:rPr>
              <a:t>données</a:t>
            </a:r>
            <a:r>
              <a:rPr lang="fr-FR" sz="2400" b="0" u="none" strike="noStrike" spc="-26" dirty="0">
                <a:solidFill>
                  <a:srgbClr val="252525"/>
                </a:solidFill>
                <a:uFillTx/>
                <a:latin typeface="Calibri"/>
              </a:rPr>
              <a:t> </a:t>
            </a:r>
            <a:r>
              <a:rPr lang="fr-FR" sz="2400" b="0" u="none" strike="noStrike" dirty="0">
                <a:solidFill>
                  <a:srgbClr val="252525"/>
                </a:solidFill>
                <a:uFillTx/>
                <a:latin typeface="Calibri"/>
              </a:rPr>
              <a:t>et</a:t>
            </a:r>
            <a:r>
              <a:rPr lang="fr-FR" sz="2400" b="0" u="none" strike="noStrike" spc="-26" dirty="0">
                <a:solidFill>
                  <a:srgbClr val="252525"/>
                </a:solidFill>
                <a:uFillTx/>
                <a:latin typeface="Calibri"/>
              </a:rPr>
              <a:t> de </a:t>
            </a:r>
            <a:r>
              <a:rPr lang="fr-FR" sz="2400" b="0" u="none" strike="noStrike" dirty="0">
                <a:solidFill>
                  <a:srgbClr val="252525"/>
                </a:solidFill>
                <a:uFillTx/>
                <a:latin typeface="Calibri"/>
              </a:rPr>
              <a:t>traitements</a:t>
            </a:r>
            <a:r>
              <a:rPr lang="fr-FR" sz="2400" b="0" u="none" strike="noStrike" spc="-60" dirty="0">
                <a:solidFill>
                  <a:srgbClr val="252525"/>
                </a:solidFill>
                <a:uFillTx/>
                <a:latin typeface="Calibri"/>
              </a:rPr>
              <a:t> </a:t>
            </a:r>
            <a:r>
              <a:rPr lang="fr-FR" sz="2400" b="0" u="none" strike="noStrike" spc="-11" dirty="0">
                <a:solidFill>
                  <a:srgbClr val="252525"/>
                </a:solidFill>
                <a:uFillTx/>
                <a:latin typeface="Calibri"/>
              </a:rPr>
              <a:t>(services)</a:t>
            </a:r>
            <a:endParaRPr lang="fr-FR" sz="2400" b="0" u="none" strike="noStrike" dirty="0">
              <a:solidFill>
                <a:srgbClr val="000000"/>
              </a:solidFill>
              <a:uFillTx/>
              <a:latin typeface="Calibri"/>
            </a:endParaRPr>
          </a:p>
          <a:p>
            <a:pPr marL="354960" indent="-342360">
              <a:lnSpc>
                <a:spcPct val="100000"/>
              </a:lnSpc>
              <a:buClr>
                <a:srgbClr val="252525"/>
              </a:buClr>
              <a:buFont typeface="Arial MT"/>
              <a:buChar char="•"/>
              <a:tabLst>
                <a:tab pos="354960" algn="l"/>
              </a:tabLst>
            </a:pPr>
            <a:r>
              <a:rPr lang="fr-FR" sz="2400" b="0" u="none" strike="noStrike" dirty="0">
                <a:solidFill>
                  <a:srgbClr val="252525"/>
                </a:solidFill>
                <a:uFillTx/>
                <a:latin typeface="Calibri"/>
              </a:rPr>
              <a:t>Accès</a:t>
            </a:r>
            <a:r>
              <a:rPr lang="fr-FR" sz="2400" b="0" u="none" strike="noStrike" spc="-31" dirty="0">
                <a:solidFill>
                  <a:srgbClr val="252525"/>
                </a:solidFill>
                <a:uFillTx/>
                <a:latin typeface="Calibri"/>
              </a:rPr>
              <a:t> </a:t>
            </a:r>
            <a:r>
              <a:rPr lang="fr-FR" sz="2400" b="0" u="none" strike="noStrike" dirty="0">
                <a:solidFill>
                  <a:srgbClr val="252525"/>
                </a:solidFill>
                <a:uFillTx/>
                <a:latin typeface="Calibri"/>
              </a:rPr>
              <a:t>via</a:t>
            </a:r>
            <a:r>
              <a:rPr lang="fr-FR" sz="2400" b="0" u="none" strike="noStrike" spc="-26" dirty="0">
                <a:solidFill>
                  <a:srgbClr val="252525"/>
                </a:solidFill>
                <a:uFillTx/>
                <a:latin typeface="Calibri"/>
              </a:rPr>
              <a:t> </a:t>
            </a:r>
            <a:r>
              <a:rPr lang="fr-FR" sz="2400" b="0" u="none" strike="noStrike" dirty="0">
                <a:solidFill>
                  <a:srgbClr val="252525"/>
                </a:solidFill>
                <a:uFillTx/>
                <a:latin typeface="Calibri"/>
              </a:rPr>
              <a:t>Internet</a:t>
            </a:r>
            <a:r>
              <a:rPr lang="fr-FR" sz="2400" b="0" u="none" strike="noStrike" spc="-45" dirty="0">
                <a:solidFill>
                  <a:srgbClr val="252525"/>
                </a:solidFill>
                <a:uFillTx/>
                <a:latin typeface="Calibri"/>
              </a:rPr>
              <a:t> </a:t>
            </a:r>
            <a:r>
              <a:rPr lang="fr-FR" sz="2400" b="0" u="none" strike="noStrike" dirty="0">
                <a:solidFill>
                  <a:srgbClr val="252525"/>
                </a:solidFill>
                <a:uFillTx/>
                <a:latin typeface="Calibri"/>
              </a:rPr>
              <a:t>partout</a:t>
            </a:r>
            <a:r>
              <a:rPr lang="fr-FR" sz="2400" b="0" u="none" strike="noStrike" spc="-54" dirty="0">
                <a:solidFill>
                  <a:srgbClr val="252525"/>
                </a:solidFill>
                <a:uFillTx/>
                <a:latin typeface="Calibri"/>
              </a:rPr>
              <a:t> </a:t>
            </a:r>
            <a:r>
              <a:rPr lang="fr-FR" sz="2400" b="0" u="none" strike="noStrike" dirty="0">
                <a:solidFill>
                  <a:srgbClr val="252525"/>
                </a:solidFill>
                <a:uFillTx/>
                <a:latin typeface="Calibri"/>
              </a:rPr>
              <a:t>dans</a:t>
            </a:r>
            <a:r>
              <a:rPr lang="fr-FR" sz="2400" b="0" u="none" strike="noStrike" spc="-26" dirty="0">
                <a:solidFill>
                  <a:srgbClr val="252525"/>
                </a:solidFill>
                <a:uFillTx/>
                <a:latin typeface="Calibri"/>
              </a:rPr>
              <a:t> </a:t>
            </a:r>
            <a:r>
              <a:rPr lang="fr-FR" sz="2400" b="0" u="none" strike="noStrike" dirty="0">
                <a:solidFill>
                  <a:srgbClr val="252525"/>
                </a:solidFill>
                <a:uFillTx/>
                <a:latin typeface="Calibri"/>
              </a:rPr>
              <a:t>le</a:t>
            </a:r>
            <a:r>
              <a:rPr lang="fr-FR" sz="2400" b="0" u="none" strike="noStrike" spc="-40" dirty="0">
                <a:solidFill>
                  <a:srgbClr val="252525"/>
                </a:solidFill>
                <a:uFillTx/>
                <a:latin typeface="Calibri"/>
              </a:rPr>
              <a:t> </a:t>
            </a:r>
            <a:r>
              <a:rPr lang="fr-FR" sz="2400" b="0" u="none" strike="noStrike" spc="-11" dirty="0">
                <a:solidFill>
                  <a:srgbClr val="252525"/>
                </a:solidFill>
                <a:uFillTx/>
                <a:latin typeface="Calibri"/>
              </a:rPr>
              <a:t>monde</a:t>
            </a:r>
            <a:endParaRPr lang="fr-FR" sz="2400" b="0" u="none" strike="noStrike" dirty="0">
              <a:solidFill>
                <a:srgbClr val="000000"/>
              </a:solidFill>
              <a:uFillTx/>
              <a:latin typeface="Calibri"/>
            </a:endParaRPr>
          </a:p>
          <a:p>
            <a:pPr marL="355680" indent="-343080" algn="just">
              <a:lnSpc>
                <a:spcPct val="100000"/>
              </a:lnSpc>
              <a:buClr>
                <a:srgbClr val="252525"/>
              </a:buClr>
              <a:buFont typeface="Arial MT"/>
              <a:buChar char="•"/>
              <a:tabLst>
                <a:tab pos="355680" algn="l"/>
              </a:tabLst>
            </a:pPr>
            <a:r>
              <a:rPr lang="fr-FR" sz="2400" b="0" u="none" strike="noStrike" dirty="0">
                <a:solidFill>
                  <a:srgbClr val="252525"/>
                </a:solidFill>
                <a:uFillTx/>
                <a:latin typeface="Calibri"/>
              </a:rPr>
              <a:t>Capacité</a:t>
            </a:r>
            <a:r>
              <a:rPr lang="fr-FR" sz="2400" b="0" u="none" strike="noStrike" spc="-34" dirty="0">
                <a:solidFill>
                  <a:srgbClr val="252525"/>
                </a:solidFill>
                <a:uFillTx/>
                <a:latin typeface="Calibri"/>
              </a:rPr>
              <a:t> </a:t>
            </a:r>
            <a:r>
              <a:rPr lang="fr-FR" sz="2400" b="0" u="none" strike="noStrike" dirty="0">
                <a:solidFill>
                  <a:srgbClr val="252525"/>
                </a:solidFill>
                <a:uFillTx/>
                <a:latin typeface="Calibri"/>
              </a:rPr>
              <a:t>à</a:t>
            </a:r>
            <a:r>
              <a:rPr lang="fr-FR" sz="2400" b="0" u="none" strike="noStrike" spc="6" dirty="0">
                <a:solidFill>
                  <a:srgbClr val="252525"/>
                </a:solidFill>
                <a:uFillTx/>
                <a:latin typeface="Calibri"/>
              </a:rPr>
              <a:t> </a:t>
            </a:r>
            <a:r>
              <a:rPr lang="fr-FR" sz="2400" b="0" u="none" strike="noStrike" spc="-11" dirty="0">
                <a:solidFill>
                  <a:srgbClr val="252525"/>
                </a:solidFill>
                <a:uFillTx/>
                <a:latin typeface="Calibri"/>
              </a:rPr>
              <a:t>auto-</a:t>
            </a:r>
            <a:r>
              <a:rPr lang="fr-FR" sz="2400" b="0" u="none" strike="noStrike" dirty="0">
                <a:solidFill>
                  <a:srgbClr val="252525"/>
                </a:solidFill>
                <a:uFillTx/>
                <a:latin typeface="Calibri"/>
              </a:rPr>
              <a:t>ajuster</a:t>
            </a:r>
            <a:r>
              <a:rPr lang="fr-FR" sz="2400" b="0" u="none" strike="noStrike" spc="-40" dirty="0">
                <a:solidFill>
                  <a:srgbClr val="252525"/>
                </a:solidFill>
                <a:uFillTx/>
                <a:latin typeface="Calibri"/>
              </a:rPr>
              <a:t> </a:t>
            </a:r>
            <a:r>
              <a:rPr lang="fr-FR" sz="2400" b="0" u="none" strike="noStrike" dirty="0">
                <a:solidFill>
                  <a:srgbClr val="252525"/>
                </a:solidFill>
                <a:uFillTx/>
                <a:latin typeface="Calibri"/>
              </a:rPr>
              <a:t>les </a:t>
            </a:r>
            <a:r>
              <a:rPr lang="fr-FR" sz="2400" b="0" u="none" strike="noStrike" spc="-11" dirty="0">
                <a:solidFill>
                  <a:srgbClr val="252525"/>
                </a:solidFill>
                <a:uFillTx/>
                <a:latin typeface="Calibri"/>
              </a:rPr>
              <a:t>ressources </a:t>
            </a:r>
            <a:r>
              <a:rPr lang="fr-FR" sz="2400" b="0" u="none" strike="noStrike" dirty="0">
                <a:solidFill>
                  <a:srgbClr val="252525"/>
                </a:solidFill>
                <a:uFillTx/>
                <a:latin typeface="Calibri"/>
              </a:rPr>
              <a:t>nécessaires</a:t>
            </a:r>
            <a:r>
              <a:rPr lang="fr-FR" sz="2400" b="0" u="none" strike="noStrike" spc="-14" dirty="0">
                <a:solidFill>
                  <a:srgbClr val="252525"/>
                </a:solidFill>
                <a:uFillTx/>
                <a:latin typeface="Calibri"/>
              </a:rPr>
              <a:t> </a:t>
            </a:r>
            <a:r>
              <a:rPr lang="fr-FR" sz="2400" b="0" u="none" strike="noStrike" dirty="0">
                <a:solidFill>
                  <a:srgbClr val="252525"/>
                </a:solidFill>
                <a:uFillTx/>
                <a:latin typeface="Calibri"/>
              </a:rPr>
              <a:t>pour</a:t>
            </a:r>
            <a:r>
              <a:rPr lang="fr-FR" sz="2400" b="0" u="none" strike="noStrike" spc="-51" dirty="0">
                <a:solidFill>
                  <a:srgbClr val="252525"/>
                </a:solidFill>
                <a:uFillTx/>
                <a:latin typeface="Calibri"/>
              </a:rPr>
              <a:t> </a:t>
            </a:r>
            <a:r>
              <a:rPr lang="fr-FR" sz="2400" b="0" u="none" strike="noStrike" dirty="0">
                <a:solidFill>
                  <a:srgbClr val="252525"/>
                </a:solidFill>
                <a:uFillTx/>
                <a:latin typeface="Calibri"/>
              </a:rPr>
              <a:t>absorber</a:t>
            </a:r>
            <a:r>
              <a:rPr lang="fr-FR" sz="2400" b="0" u="none" strike="noStrike" spc="-51" dirty="0">
                <a:solidFill>
                  <a:srgbClr val="252525"/>
                </a:solidFill>
                <a:uFillTx/>
                <a:latin typeface="Calibri"/>
              </a:rPr>
              <a:t> </a:t>
            </a:r>
            <a:r>
              <a:rPr lang="fr-FR" sz="2400" b="0" u="none" strike="noStrike" dirty="0">
                <a:solidFill>
                  <a:srgbClr val="252525"/>
                </a:solidFill>
                <a:uFillTx/>
                <a:latin typeface="Calibri"/>
              </a:rPr>
              <a:t>des</a:t>
            </a:r>
            <a:r>
              <a:rPr lang="fr-FR" sz="2400" b="0" u="none" strike="noStrike" spc="-20" dirty="0">
                <a:solidFill>
                  <a:srgbClr val="252525"/>
                </a:solidFill>
                <a:uFillTx/>
                <a:latin typeface="Calibri"/>
              </a:rPr>
              <a:t> </a:t>
            </a:r>
            <a:r>
              <a:rPr lang="fr-FR" sz="2400" b="0" u="none" strike="noStrike" dirty="0">
                <a:solidFill>
                  <a:srgbClr val="252525"/>
                </a:solidFill>
                <a:uFillTx/>
                <a:latin typeface="Calibri"/>
              </a:rPr>
              <a:t>pics</a:t>
            </a:r>
            <a:r>
              <a:rPr lang="fr-FR" sz="2400" b="0" u="none" strike="noStrike" spc="-31" dirty="0">
                <a:solidFill>
                  <a:srgbClr val="252525"/>
                </a:solidFill>
                <a:uFillTx/>
                <a:latin typeface="Calibri"/>
              </a:rPr>
              <a:t> </a:t>
            </a:r>
            <a:r>
              <a:rPr lang="fr-FR" sz="2400" b="0" u="none" strike="noStrike" spc="-26" dirty="0">
                <a:solidFill>
                  <a:srgbClr val="252525"/>
                </a:solidFill>
                <a:uFillTx/>
                <a:latin typeface="Calibri"/>
              </a:rPr>
              <a:t>de </a:t>
            </a:r>
            <a:r>
              <a:rPr lang="fr-FR" sz="2400" b="0" u="none" strike="noStrike" spc="-11" dirty="0">
                <a:solidFill>
                  <a:srgbClr val="252525"/>
                </a:solidFill>
                <a:uFillTx/>
                <a:latin typeface="Calibri"/>
              </a:rPr>
              <a:t>charge</a:t>
            </a:r>
            <a:endParaRPr lang="fr-FR" sz="2400" b="0" u="none" strike="noStrike" dirty="0">
              <a:solidFill>
                <a:srgbClr val="000000"/>
              </a:solidFill>
              <a:uFillTx/>
              <a:latin typeface="Calibri"/>
            </a:endParaRPr>
          </a:p>
          <a:p>
            <a:pPr marL="354960" indent="-342360" algn="just">
              <a:lnSpc>
                <a:spcPct val="100000"/>
              </a:lnSpc>
              <a:spcBef>
                <a:spcPts val="6"/>
              </a:spcBef>
              <a:buClr>
                <a:srgbClr val="252525"/>
              </a:buClr>
              <a:buFont typeface="Arial MT"/>
              <a:buChar char="•"/>
              <a:tabLst>
                <a:tab pos="354960" algn="l"/>
              </a:tabLst>
            </a:pPr>
            <a:r>
              <a:rPr lang="fr-FR" sz="2400" b="0" u="none" strike="noStrike" dirty="0">
                <a:solidFill>
                  <a:srgbClr val="252525"/>
                </a:solidFill>
                <a:uFillTx/>
                <a:latin typeface="Calibri"/>
              </a:rPr>
              <a:t>Utilisation</a:t>
            </a:r>
            <a:r>
              <a:rPr lang="fr-FR" sz="2400" b="0" u="none" strike="noStrike" spc="-51" dirty="0">
                <a:solidFill>
                  <a:srgbClr val="252525"/>
                </a:solidFill>
                <a:uFillTx/>
                <a:latin typeface="Calibri"/>
              </a:rPr>
              <a:t> </a:t>
            </a:r>
            <a:r>
              <a:rPr lang="fr-FR" sz="2400" b="0" u="none" strike="noStrike" dirty="0">
                <a:solidFill>
                  <a:srgbClr val="252525"/>
                </a:solidFill>
                <a:uFillTx/>
                <a:latin typeface="Calibri"/>
              </a:rPr>
              <a:t>intensive</a:t>
            </a:r>
            <a:r>
              <a:rPr lang="fr-FR" sz="2400" b="0" u="none" strike="noStrike" spc="-26" dirty="0">
                <a:solidFill>
                  <a:srgbClr val="252525"/>
                </a:solidFill>
                <a:uFillTx/>
                <a:latin typeface="Calibri"/>
              </a:rPr>
              <a:t> </a:t>
            </a:r>
            <a:r>
              <a:rPr lang="fr-FR" sz="2400" b="0" u="none" strike="noStrike" dirty="0">
                <a:solidFill>
                  <a:srgbClr val="252525"/>
                </a:solidFill>
                <a:uFillTx/>
                <a:latin typeface="Calibri"/>
              </a:rPr>
              <a:t>de</a:t>
            </a:r>
            <a:r>
              <a:rPr lang="fr-FR" sz="2400" b="0" u="none" strike="noStrike" spc="-26" dirty="0">
                <a:solidFill>
                  <a:srgbClr val="252525"/>
                </a:solidFill>
                <a:uFillTx/>
                <a:latin typeface="Calibri"/>
              </a:rPr>
              <a:t> </a:t>
            </a:r>
            <a:r>
              <a:rPr lang="fr-FR" sz="2400" b="0" u="none" strike="noStrike" dirty="0">
                <a:solidFill>
                  <a:srgbClr val="252525"/>
                </a:solidFill>
                <a:uFillTx/>
                <a:latin typeface="Calibri"/>
              </a:rPr>
              <a:t>la</a:t>
            </a:r>
            <a:r>
              <a:rPr lang="fr-FR" sz="2400" b="0" u="none" strike="noStrike" spc="-20" dirty="0">
                <a:solidFill>
                  <a:srgbClr val="252525"/>
                </a:solidFill>
                <a:uFillTx/>
                <a:latin typeface="Calibri"/>
              </a:rPr>
              <a:t> </a:t>
            </a:r>
            <a:r>
              <a:rPr lang="fr-FR" sz="2400" b="0" u="none" strike="noStrike" spc="-11" dirty="0">
                <a:solidFill>
                  <a:srgbClr val="252525"/>
                </a:solidFill>
                <a:uFillTx/>
                <a:latin typeface="Calibri"/>
              </a:rPr>
              <a:t>virtualisation</a:t>
            </a:r>
            <a:endParaRPr lang="fr-FR" sz="2400" b="0" u="none" strike="noStrike" dirty="0">
              <a:solidFill>
                <a:srgbClr val="000000"/>
              </a:solidFill>
              <a:uFillTx/>
              <a:latin typeface="Calibri"/>
            </a:endParaRPr>
          </a:p>
          <a:p>
            <a:pPr marL="354960" indent="-342360" algn="just">
              <a:lnSpc>
                <a:spcPct val="100000"/>
              </a:lnSpc>
              <a:buClr>
                <a:srgbClr val="252525"/>
              </a:buClr>
              <a:buFont typeface="Arial MT"/>
              <a:buChar char="•"/>
              <a:tabLst>
                <a:tab pos="354960" algn="l"/>
              </a:tabLst>
            </a:pPr>
            <a:r>
              <a:rPr lang="fr-FR" sz="2400" b="0" u="none" strike="noStrike" dirty="0">
                <a:solidFill>
                  <a:srgbClr val="252525"/>
                </a:solidFill>
                <a:uFillTx/>
                <a:latin typeface="Calibri"/>
              </a:rPr>
              <a:t>Garantie</a:t>
            </a:r>
            <a:r>
              <a:rPr lang="fr-FR" sz="2400" b="0" u="none" strike="noStrike" spc="-34" dirty="0">
                <a:solidFill>
                  <a:srgbClr val="252525"/>
                </a:solidFill>
                <a:uFillTx/>
                <a:latin typeface="Calibri"/>
              </a:rPr>
              <a:t> </a:t>
            </a:r>
            <a:r>
              <a:rPr lang="fr-FR" sz="2400" b="0" u="none" strike="noStrike" dirty="0">
                <a:solidFill>
                  <a:srgbClr val="252525"/>
                </a:solidFill>
                <a:uFillTx/>
                <a:latin typeface="Calibri"/>
              </a:rPr>
              <a:t>de</a:t>
            </a:r>
            <a:r>
              <a:rPr lang="fr-FR" sz="2400" b="0" u="none" strike="noStrike" spc="-14" dirty="0">
                <a:solidFill>
                  <a:srgbClr val="252525"/>
                </a:solidFill>
                <a:uFillTx/>
                <a:latin typeface="Calibri"/>
              </a:rPr>
              <a:t> </a:t>
            </a:r>
            <a:r>
              <a:rPr lang="fr-FR" sz="2400" b="0" u="none" strike="noStrike" dirty="0">
                <a:solidFill>
                  <a:srgbClr val="252525"/>
                </a:solidFill>
                <a:uFillTx/>
                <a:latin typeface="Calibri"/>
              </a:rPr>
              <a:t>haute</a:t>
            </a:r>
            <a:r>
              <a:rPr lang="fr-FR" sz="2400" b="0" u="none" strike="noStrike" spc="-31" dirty="0">
                <a:solidFill>
                  <a:srgbClr val="252525"/>
                </a:solidFill>
                <a:uFillTx/>
                <a:latin typeface="Calibri"/>
              </a:rPr>
              <a:t> </a:t>
            </a:r>
            <a:r>
              <a:rPr lang="fr-FR" sz="2400" b="0" u="none" strike="noStrike" spc="-11" dirty="0">
                <a:solidFill>
                  <a:srgbClr val="252525"/>
                </a:solidFill>
                <a:uFillTx/>
                <a:latin typeface="Calibri"/>
              </a:rPr>
              <a:t>disponibilité</a:t>
            </a:r>
            <a:endParaRPr lang="fr-FR" sz="2400" b="0" u="none" strike="noStrike" dirty="0">
              <a:solidFill>
                <a:srgbClr val="000000"/>
              </a:solidFill>
              <a:uFillTx/>
              <a:latin typeface="Calibri"/>
            </a:endParaRPr>
          </a:p>
          <a:p>
            <a:pPr marL="354240" indent="-341640" algn="just">
              <a:lnSpc>
                <a:spcPct val="100000"/>
              </a:lnSpc>
              <a:buClr>
                <a:srgbClr val="252525"/>
              </a:buClr>
              <a:buFont typeface="Arial MT"/>
              <a:buChar char="•"/>
              <a:tabLst>
                <a:tab pos="355680" algn="l"/>
              </a:tabLst>
            </a:pPr>
            <a:r>
              <a:rPr lang="fr-FR" sz="2400" b="0" u="none" strike="noStrike" spc="-11" dirty="0">
                <a:solidFill>
                  <a:srgbClr val="252525"/>
                </a:solidFill>
                <a:uFillTx/>
                <a:latin typeface="Calibri"/>
              </a:rPr>
              <a:t>Green-</a:t>
            </a:r>
            <a:r>
              <a:rPr lang="fr-FR" sz="2400" b="0" u="none" strike="noStrike" dirty="0">
                <a:solidFill>
                  <a:srgbClr val="252525"/>
                </a:solidFill>
                <a:uFillTx/>
                <a:latin typeface="Calibri"/>
              </a:rPr>
              <a:t>IT</a:t>
            </a:r>
            <a:r>
              <a:rPr lang="fr-FR" sz="2400" b="0" u="none" strike="noStrike" spc="-20" dirty="0">
                <a:solidFill>
                  <a:srgbClr val="252525"/>
                </a:solidFill>
                <a:uFillTx/>
                <a:latin typeface="Calibri"/>
              </a:rPr>
              <a:t> </a:t>
            </a:r>
            <a:r>
              <a:rPr lang="fr-FR" sz="2400" b="0" u="none" strike="noStrike" dirty="0">
                <a:solidFill>
                  <a:srgbClr val="252525"/>
                </a:solidFill>
                <a:uFillTx/>
                <a:latin typeface="Calibri"/>
              </a:rPr>
              <a:t>:</a:t>
            </a:r>
            <a:r>
              <a:rPr lang="fr-FR" sz="2400" b="0" u="none" strike="noStrike" spc="-11" dirty="0">
                <a:solidFill>
                  <a:srgbClr val="252525"/>
                </a:solidFill>
                <a:uFillTx/>
                <a:latin typeface="Calibri"/>
              </a:rPr>
              <a:t> </a:t>
            </a:r>
            <a:r>
              <a:rPr lang="fr-FR" sz="2400" b="0" u="none" strike="noStrike" dirty="0">
                <a:solidFill>
                  <a:srgbClr val="252525"/>
                </a:solidFill>
                <a:uFillTx/>
                <a:latin typeface="Calibri"/>
              </a:rPr>
              <a:t>économies</a:t>
            </a:r>
            <a:r>
              <a:rPr lang="fr-FR" sz="2400" b="0" u="none" strike="noStrike" spc="-11" dirty="0">
                <a:solidFill>
                  <a:srgbClr val="252525"/>
                </a:solidFill>
                <a:uFillTx/>
                <a:latin typeface="Calibri"/>
              </a:rPr>
              <a:t> </a:t>
            </a:r>
            <a:r>
              <a:rPr lang="fr-FR" sz="2400" b="0" u="none" strike="noStrike" dirty="0">
                <a:solidFill>
                  <a:srgbClr val="252525"/>
                </a:solidFill>
                <a:uFillTx/>
                <a:latin typeface="Calibri"/>
              </a:rPr>
              <a:t>d'énergie</a:t>
            </a:r>
            <a:r>
              <a:rPr lang="fr-FR" sz="2400" b="0" u="none" strike="noStrike" spc="-14" dirty="0">
                <a:solidFill>
                  <a:srgbClr val="252525"/>
                </a:solidFill>
                <a:uFillTx/>
                <a:latin typeface="Calibri"/>
              </a:rPr>
              <a:t> </a:t>
            </a:r>
            <a:r>
              <a:rPr lang="fr-FR" sz="2400" b="0" u="none" strike="noStrike" spc="-11" dirty="0">
                <a:solidFill>
                  <a:srgbClr val="252525"/>
                </a:solidFill>
                <a:uFillTx/>
                <a:latin typeface="Calibri"/>
              </a:rPr>
              <a:t>(data </a:t>
            </a:r>
            <a:r>
              <a:rPr lang="fr-FR" sz="2400" b="0" u="none" strike="noStrike" dirty="0">
                <a:solidFill>
                  <a:srgbClr val="252525"/>
                </a:solidFill>
                <a:uFillTx/>
                <a:latin typeface="Calibri"/>
              </a:rPr>
              <a:t>centers,</a:t>
            </a:r>
            <a:r>
              <a:rPr lang="fr-FR" sz="2400" b="0" u="none" strike="noStrike" spc="-31" dirty="0">
                <a:solidFill>
                  <a:srgbClr val="252525"/>
                </a:solidFill>
                <a:uFillTx/>
                <a:latin typeface="Calibri"/>
              </a:rPr>
              <a:t> </a:t>
            </a:r>
            <a:r>
              <a:rPr lang="fr-FR" sz="2400" b="0" u="none" strike="noStrike" dirty="0">
                <a:solidFill>
                  <a:srgbClr val="252525"/>
                </a:solidFill>
                <a:uFillTx/>
                <a:latin typeface="Calibri"/>
              </a:rPr>
              <a:t>répartition</a:t>
            </a:r>
            <a:r>
              <a:rPr lang="fr-FR" sz="2400" b="0" u="none" strike="noStrike" spc="-51" dirty="0">
                <a:solidFill>
                  <a:srgbClr val="252525"/>
                </a:solidFill>
                <a:uFillTx/>
                <a:latin typeface="Calibri"/>
              </a:rPr>
              <a:t> </a:t>
            </a:r>
            <a:r>
              <a:rPr lang="fr-FR" sz="2400" b="0" u="none" strike="noStrike" dirty="0">
                <a:solidFill>
                  <a:srgbClr val="252525"/>
                </a:solidFill>
                <a:uFillTx/>
                <a:latin typeface="Calibri"/>
              </a:rPr>
              <a:t>de</a:t>
            </a:r>
            <a:r>
              <a:rPr lang="fr-FR" sz="2400" b="0" u="none" strike="noStrike" spc="-20" dirty="0">
                <a:solidFill>
                  <a:srgbClr val="252525"/>
                </a:solidFill>
                <a:uFillTx/>
                <a:latin typeface="Calibri"/>
              </a:rPr>
              <a:t> </a:t>
            </a:r>
            <a:r>
              <a:rPr lang="fr-FR" sz="2400" b="0" u="none" strike="noStrike" spc="-11" dirty="0">
                <a:solidFill>
                  <a:srgbClr val="252525"/>
                </a:solidFill>
                <a:uFillTx/>
                <a:latin typeface="Calibri"/>
              </a:rPr>
              <a:t>charge)</a:t>
            </a:r>
            <a:endParaRPr lang="fr-FR" sz="2400" b="0" u="none" strike="noStrike" dirty="0">
              <a:solidFill>
                <a:srgbClr val="000000"/>
              </a:solidFill>
              <a:uFillTx/>
              <a:latin typeface="Calibri"/>
            </a:endParaRPr>
          </a:p>
        </p:txBody>
      </p:sp>
      <p:sp>
        <p:nvSpPr>
          <p:cNvPr id="5" name="PlaceHolder 4"/>
          <p:cNvSpPr>
            <a:spLocks noGrp="1"/>
          </p:cNvSpPr>
          <p:nvPr>
            <p:ph type="sldNum" idx="32"/>
          </p:nvPr>
        </p:nvSpPr>
        <p:spPr/>
        <p:txBody>
          <a:bodyPr/>
          <a:lstStyle/>
          <a:p>
            <a:fld id="{2309A01C-654B-44AF-80F5-67700CADC88C}" type="slidenum">
              <a:rPr/>
              <a:t>16</a:t>
            </a:fld>
            <a:endParaRPr dirty="0"/>
          </a:p>
        </p:txBody>
      </p:sp>
    </p:spTree>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 name="PlaceHolder 1"/>
          <p:cNvSpPr>
            <a:spLocks noGrp="1"/>
          </p:cNvSpPr>
          <p:nvPr>
            <p:ph type="dt" idx="62"/>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33" name="PlaceHolder 2"/>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34" name="PlaceHolder 3"/>
          <p:cNvSpPr>
            <a:spLocks noGrp="1"/>
          </p:cNvSpPr>
          <p:nvPr>
            <p:ph type="title"/>
          </p:nvPr>
        </p:nvSpPr>
        <p:spPr>
          <a:xfrm>
            <a:off x="831960" y="1711080"/>
            <a:ext cx="10533600" cy="2943720"/>
          </a:xfrm>
          <a:prstGeom prst="rect">
            <a:avLst/>
          </a:prstGeom>
          <a:noFill/>
          <a:ln w="38160">
            <a:noFill/>
          </a:ln>
        </p:spPr>
        <p:txBody>
          <a:bodyPr lIns="91440" tIns="45720" rIns="91440" bIns="45720" anchor="ctr">
            <a:noAutofit/>
          </a:bodyPr>
          <a:lstStyle/>
          <a:p>
            <a:pPr indent="0" defTabSz="914400">
              <a:lnSpc>
                <a:spcPct val="90000"/>
              </a:lnSpc>
              <a:buNone/>
              <a:tabLst>
                <a:tab pos="0" algn="l"/>
              </a:tabLst>
            </a:pPr>
            <a:r>
              <a:rPr lang="fr-FR" sz="4800" b="0" u="none" strike="noStrike">
                <a:solidFill>
                  <a:srgbClr val="44445A"/>
                </a:solidFill>
                <a:uFillTx/>
                <a:latin typeface="Georgia"/>
              </a:rPr>
              <a:t>Caractéristiques du Cloud Computing</a:t>
            </a:r>
            <a:endParaRPr lang="fr-FR" sz="4800" b="0" u="none" strike="noStrike">
              <a:solidFill>
                <a:srgbClr val="000000"/>
              </a:solidFill>
              <a:uFillTx/>
              <a:latin typeface="Arial"/>
            </a:endParaRPr>
          </a:p>
        </p:txBody>
      </p:sp>
      <p:sp>
        <p:nvSpPr>
          <p:cNvPr id="5" name="PlaceHolder 4"/>
          <p:cNvSpPr>
            <a:spLocks noGrp="1"/>
          </p:cNvSpPr>
          <p:nvPr>
            <p:ph type="sldNum" idx="42"/>
          </p:nvPr>
        </p:nvSpPr>
        <p:spPr/>
        <p:txBody>
          <a:bodyPr/>
          <a:lstStyle/>
          <a:p>
            <a:fld id="{8DFA16DD-A4C7-4418-9399-6CB14C70DBEB}"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Caractéristiques du Cloud Computing</a:t>
            </a:r>
            <a:endParaRPr lang="fr-FR" sz="3200" b="0" u="none" strike="noStrike">
              <a:solidFill>
                <a:srgbClr val="000000"/>
              </a:solidFill>
              <a:uFillTx/>
              <a:latin typeface="Arial"/>
            </a:endParaRPr>
          </a:p>
        </p:txBody>
      </p:sp>
      <p:sp>
        <p:nvSpPr>
          <p:cNvPr id="436" name="PlaceHolder 2"/>
          <p:cNvSpPr>
            <a:spLocks noGrp="1"/>
          </p:cNvSpPr>
          <p:nvPr>
            <p:ph type="dt" idx="63"/>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37"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38" name="object 17"/>
          <p:cNvSpPr/>
          <p:nvPr/>
        </p:nvSpPr>
        <p:spPr>
          <a:xfrm>
            <a:off x="442800" y="1555200"/>
            <a:ext cx="8719920" cy="37836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469440" indent="-456480">
              <a:lnSpc>
                <a:spcPct val="100000"/>
              </a:lnSpc>
              <a:spcBef>
                <a:spcPts val="96"/>
              </a:spcBef>
              <a:buClr>
                <a:srgbClr val="252525"/>
              </a:buClr>
              <a:buFont typeface="Arial MT"/>
              <a:buChar char="•"/>
              <a:tabLst>
                <a:tab pos="469440" algn="l"/>
              </a:tabLst>
            </a:pPr>
            <a:r>
              <a:rPr lang="fr-FR" sz="2400" b="1" u="none" strike="noStrike" dirty="0">
                <a:solidFill>
                  <a:srgbClr val="252525"/>
                </a:solidFill>
                <a:uFillTx/>
                <a:latin typeface="Georgia"/>
              </a:rPr>
              <a:t>5</a:t>
            </a:r>
            <a:r>
              <a:rPr lang="fr-FR" sz="2400" b="1" u="none" strike="noStrike" spc="-6" dirty="0">
                <a:solidFill>
                  <a:srgbClr val="252525"/>
                </a:solidFill>
                <a:uFillTx/>
                <a:latin typeface="Georgia"/>
              </a:rPr>
              <a:t> </a:t>
            </a:r>
            <a:r>
              <a:rPr lang="fr-FR" sz="2400" b="1" u="none" strike="noStrike" spc="-11" dirty="0">
                <a:solidFill>
                  <a:srgbClr val="252525"/>
                </a:solidFill>
                <a:uFillTx/>
                <a:latin typeface="Georgia"/>
              </a:rPr>
              <a:t>caractéristiques</a:t>
            </a:r>
            <a:endParaRPr lang="fr-FR" sz="2400" b="0" u="none" strike="noStrike" dirty="0">
              <a:solidFill>
                <a:srgbClr val="000000"/>
              </a:solidFill>
              <a:uFillTx/>
              <a:latin typeface="Arial"/>
            </a:endParaRPr>
          </a:p>
        </p:txBody>
      </p:sp>
      <p:sp>
        <p:nvSpPr>
          <p:cNvPr id="439" name="object 18"/>
          <p:cNvSpPr/>
          <p:nvPr/>
        </p:nvSpPr>
        <p:spPr>
          <a:xfrm>
            <a:off x="442800" y="1982520"/>
            <a:ext cx="17432280" cy="2074463"/>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926640" indent="-456480">
              <a:lnSpc>
                <a:spcPct val="100000"/>
              </a:lnSpc>
              <a:spcBef>
                <a:spcPts val="96"/>
              </a:spcBef>
              <a:buClr>
                <a:srgbClr val="252525"/>
              </a:buClr>
              <a:buFont typeface="Arial MT"/>
              <a:buChar char="•"/>
              <a:tabLst>
                <a:tab pos="926640" algn="l"/>
              </a:tabLst>
            </a:pPr>
            <a:r>
              <a:rPr lang="fr-FR" sz="2400" b="0" u="none" strike="noStrike" dirty="0">
                <a:solidFill>
                  <a:srgbClr val="252525"/>
                </a:solidFill>
                <a:uFillTx/>
                <a:latin typeface="Georgia"/>
              </a:rPr>
              <a:t>self</a:t>
            </a:r>
            <a:r>
              <a:rPr lang="fr-FR" sz="2400" b="0" u="none" strike="noStrike" spc="-54" dirty="0">
                <a:solidFill>
                  <a:srgbClr val="252525"/>
                </a:solidFill>
                <a:uFillTx/>
                <a:latin typeface="Georgia"/>
              </a:rPr>
              <a:t> </a:t>
            </a:r>
            <a:r>
              <a:rPr lang="fr-FR" sz="2400" b="0" u="none" strike="noStrike" dirty="0">
                <a:solidFill>
                  <a:srgbClr val="252525"/>
                </a:solidFill>
                <a:uFillTx/>
                <a:latin typeface="Georgia"/>
              </a:rPr>
              <a:t>service</a:t>
            </a:r>
            <a:r>
              <a:rPr lang="fr-FR" sz="2400" b="0" u="none" strike="noStrike" spc="-45" dirty="0">
                <a:solidFill>
                  <a:srgbClr val="252525"/>
                </a:solidFill>
                <a:uFillTx/>
                <a:latin typeface="Georgia"/>
              </a:rPr>
              <a:t> </a:t>
            </a:r>
            <a:r>
              <a:rPr lang="fr-FR" sz="2400" b="0" u="none" strike="noStrike" dirty="0">
                <a:solidFill>
                  <a:srgbClr val="252525"/>
                </a:solidFill>
                <a:uFillTx/>
                <a:latin typeface="Georgia"/>
              </a:rPr>
              <a:t>à</a:t>
            </a:r>
            <a:r>
              <a:rPr lang="fr-FR" sz="2400" b="0" u="none" strike="noStrike" spc="-51" dirty="0">
                <a:solidFill>
                  <a:srgbClr val="252525"/>
                </a:solidFill>
                <a:uFillTx/>
                <a:latin typeface="Georgia"/>
              </a:rPr>
              <a:t> </a:t>
            </a:r>
            <a:r>
              <a:rPr lang="fr-FR" sz="2400" b="0" u="none" strike="noStrike" dirty="0">
                <a:solidFill>
                  <a:srgbClr val="252525"/>
                </a:solidFill>
                <a:uFillTx/>
                <a:latin typeface="Georgia"/>
              </a:rPr>
              <a:t>la</a:t>
            </a:r>
            <a:r>
              <a:rPr lang="fr-FR" sz="2400" b="0" u="none" strike="noStrike" spc="-54" dirty="0">
                <a:solidFill>
                  <a:srgbClr val="252525"/>
                </a:solidFill>
                <a:uFillTx/>
                <a:latin typeface="Georgia"/>
              </a:rPr>
              <a:t> </a:t>
            </a:r>
            <a:r>
              <a:rPr lang="fr-FR" sz="2400" b="0" u="none" strike="noStrike" spc="-11" dirty="0">
                <a:solidFill>
                  <a:srgbClr val="252525"/>
                </a:solidFill>
                <a:uFillTx/>
                <a:latin typeface="Georgia"/>
              </a:rPr>
              <a:t>demande</a:t>
            </a:r>
            <a:endParaRPr lang="fr-FR" sz="2400" b="0" u="none" strike="noStrike" dirty="0">
              <a:solidFill>
                <a:srgbClr val="000000"/>
              </a:solidFill>
              <a:uFillTx/>
              <a:latin typeface="Arial"/>
            </a:endParaRPr>
          </a:p>
          <a:p>
            <a:pPr marL="926640" indent="-456480">
              <a:lnSpc>
                <a:spcPct val="100000"/>
              </a:lnSpc>
              <a:buClr>
                <a:srgbClr val="252525"/>
              </a:buClr>
              <a:buFont typeface="Arial MT"/>
              <a:buChar char="•"/>
              <a:tabLst>
                <a:tab pos="926640" algn="l"/>
              </a:tabLst>
            </a:pPr>
            <a:r>
              <a:rPr lang="fr-FR" sz="2400" b="0" u="none" strike="noStrike" dirty="0">
                <a:solidFill>
                  <a:srgbClr val="252525"/>
                </a:solidFill>
                <a:uFillTx/>
                <a:latin typeface="Georgia"/>
              </a:rPr>
              <a:t>accès</a:t>
            </a:r>
            <a:r>
              <a:rPr lang="fr-FR" sz="2400" b="0" u="none" strike="noStrike" spc="-71" dirty="0">
                <a:solidFill>
                  <a:srgbClr val="252525"/>
                </a:solidFill>
                <a:uFillTx/>
                <a:latin typeface="Georgia"/>
              </a:rPr>
              <a:t> </a:t>
            </a:r>
            <a:r>
              <a:rPr lang="fr-FR" sz="2400" b="0" u="none" strike="noStrike" dirty="0">
                <a:solidFill>
                  <a:srgbClr val="252525"/>
                </a:solidFill>
                <a:uFillTx/>
                <a:latin typeface="Georgia"/>
              </a:rPr>
              <a:t>réseau</a:t>
            </a:r>
            <a:r>
              <a:rPr lang="fr-FR" sz="2400" b="0" u="none" strike="noStrike" spc="-79" dirty="0">
                <a:solidFill>
                  <a:srgbClr val="252525"/>
                </a:solidFill>
                <a:uFillTx/>
                <a:latin typeface="Georgia"/>
              </a:rPr>
              <a:t> </a:t>
            </a:r>
            <a:r>
              <a:rPr lang="fr-FR" sz="2400" b="0" u="none" strike="noStrike" dirty="0">
                <a:solidFill>
                  <a:srgbClr val="252525"/>
                </a:solidFill>
                <a:uFillTx/>
                <a:latin typeface="Georgia"/>
              </a:rPr>
              <a:t>large</a:t>
            </a:r>
            <a:r>
              <a:rPr lang="fr-FR" sz="2400" b="0" u="none" strike="noStrike" spc="-65" dirty="0">
                <a:solidFill>
                  <a:srgbClr val="252525"/>
                </a:solidFill>
                <a:uFillTx/>
                <a:latin typeface="Georgia"/>
              </a:rPr>
              <a:t> </a:t>
            </a:r>
            <a:r>
              <a:rPr lang="fr-FR" sz="2400" b="0" u="none" strike="noStrike" spc="-11" dirty="0">
                <a:solidFill>
                  <a:srgbClr val="252525"/>
                </a:solidFill>
                <a:uFillTx/>
                <a:latin typeface="Georgia"/>
              </a:rPr>
              <a:t>bande</a:t>
            </a:r>
            <a:endParaRPr lang="fr-FR" sz="2400" b="0" u="none" strike="noStrike" dirty="0">
              <a:solidFill>
                <a:srgbClr val="000000"/>
              </a:solidFill>
              <a:uFillTx/>
              <a:latin typeface="Arial"/>
            </a:endParaRPr>
          </a:p>
          <a:p>
            <a:pPr marL="927000" indent="-457200">
              <a:lnSpc>
                <a:spcPct val="100000"/>
              </a:lnSpc>
              <a:buClr>
                <a:srgbClr val="252525"/>
              </a:buClr>
              <a:buFont typeface="Arial MT"/>
              <a:buChar char="•"/>
              <a:tabLst>
                <a:tab pos="927000" algn="l"/>
              </a:tabLst>
            </a:pPr>
            <a:r>
              <a:rPr lang="fr-FR" sz="2400" b="0" u="none" strike="noStrike" dirty="0">
                <a:solidFill>
                  <a:srgbClr val="252525"/>
                </a:solidFill>
                <a:uFillTx/>
                <a:latin typeface="Georgia"/>
              </a:rPr>
              <a:t>mise</a:t>
            </a:r>
            <a:r>
              <a:rPr lang="fr-FR" sz="2400" b="0" u="none" strike="noStrike" spc="-74" dirty="0">
                <a:solidFill>
                  <a:srgbClr val="252525"/>
                </a:solidFill>
                <a:uFillTx/>
                <a:latin typeface="Georgia"/>
              </a:rPr>
              <a:t> </a:t>
            </a:r>
            <a:r>
              <a:rPr lang="fr-FR" sz="2400" b="0" u="none" strike="noStrike" dirty="0">
                <a:solidFill>
                  <a:srgbClr val="252525"/>
                </a:solidFill>
                <a:uFillTx/>
                <a:latin typeface="Georgia"/>
              </a:rPr>
              <a:t>en</a:t>
            </a:r>
            <a:r>
              <a:rPr lang="fr-FR" sz="2400" b="0" u="none" strike="noStrike" spc="-91" dirty="0">
                <a:solidFill>
                  <a:srgbClr val="252525"/>
                </a:solidFill>
                <a:uFillTx/>
                <a:latin typeface="Georgia"/>
              </a:rPr>
              <a:t> </a:t>
            </a:r>
            <a:r>
              <a:rPr lang="fr-FR" sz="2400" b="0" u="none" strike="noStrike" dirty="0">
                <a:solidFill>
                  <a:srgbClr val="252525"/>
                </a:solidFill>
                <a:uFillTx/>
                <a:latin typeface="Georgia"/>
              </a:rPr>
              <a:t>commun</a:t>
            </a:r>
            <a:r>
              <a:rPr lang="fr-FR" sz="2400" b="0" u="none" strike="noStrike" spc="-71" dirty="0">
                <a:solidFill>
                  <a:srgbClr val="252525"/>
                </a:solidFill>
                <a:uFillTx/>
                <a:latin typeface="Georgia"/>
              </a:rPr>
              <a:t> </a:t>
            </a:r>
            <a:r>
              <a:rPr lang="fr-FR" sz="2400" b="0" u="none" strike="noStrike" dirty="0">
                <a:solidFill>
                  <a:srgbClr val="252525"/>
                </a:solidFill>
                <a:uFillTx/>
                <a:latin typeface="Georgia"/>
              </a:rPr>
              <a:t>des</a:t>
            </a:r>
            <a:r>
              <a:rPr lang="fr-FR" sz="2400" b="0" u="none" strike="noStrike" spc="-79" dirty="0">
                <a:solidFill>
                  <a:srgbClr val="252525"/>
                </a:solidFill>
                <a:uFillTx/>
                <a:latin typeface="Georgia"/>
              </a:rPr>
              <a:t> </a:t>
            </a:r>
            <a:r>
              <a:rPr lang="fr-FR" sz="2400" b="0" u="none" strike="noStrike" dirty="0">
                <a:solidFill>
                  <a:srgbClr val="252525"/>
                </a:solidFill>
                <a:uFillTx/>
                <a:latin typeface="Georgia"/>
              </a:rPr>
              <a:t>ressources</a:t>
            </a:r>
            <a:r>
              <a:rPr lang="fr-FR" sz="2400" b="0" u="none" strike="noStrike" spc="-60" dirty="0">
                <a:solidFill>
                  <a:srgbClr val="252525"/>
                </a:solidFill>
                <a:uFillTx/>
                <a:latin typeface="Georgia"/>
              </a:rPr>
              <a:t> </a:t>
            </a:r>
            <a:r>
              <a:rPr lang="fr-FR" sz="2400" b="0" u="none" strike="noStrike" spc="-11" dirty="0">
                <a:solidFill>
                  <a:srgbClr val="252525"/>
                </a:solidFill>
                <a:uFillTx/>
                <a:latin typeface="Georgia"/>
              </a:rPr>
              <a:t>élasticité </a:t>
            </a:r>
            <a:r>
              <a:rPr lang="fr-FR" sz="2400" b="0" u="none" strike="noStrike" dirty="0">
                <a:solidFill>
                  <a:srgbClr val="252525"/>
                </a:solidFill>
                <a:uFillTx/>
                <a:latin typeface="Georgia"/>
              </a:rPr>
              <a:t>rapide</a:t>
            </a:r>
            <a:r>
              <a:rPr lang="fr-FR" sz="2400" b="0" u="none" strike="noStrike" spc="-26" dirty="0">
                <a:solidFill>
                  <a:srgbClr val="252525"/>
                </a:solidFill>
                <a:uFillTx/>
                <a:latin typeface="Georgia"/>
              </a:rPr>
              <a:t> </a:t>
            </a:r>
            <a:r>
              <a:rPr lang="fr-FR" sz="2400" b="0" u="none" strike="noStrike" dirty="0">
                <a:solidFill>
                  <a:srgbClr val="252525"/>
                </a:solidFill>
                <a:uFillTx/>
                <a:latin typeface="Georgia"/>
              </a:rPr>
              <a:t>(montée</a:t>
            </a:r>
            <a:r>
              <a:rPr lang="fr-FR" sz="2400" b="0" u="none" strike="noStrike" spc="-65" dirty="0">
                <a:solidFill>
                  <a:srgbClr val="252525"/>
                </a:solidFill>
                <a:uFillTx/>
                <a:latin typeface="Georgia"/>
              </a:rPr>
              <a:t> </a:t>
            </a:r>
            <a:r>
              <a:rPr lang="fr-FR" sz="2400" b="0" u="none" strike="noStrike" dirty="0">
                <a:solidFill>
                  <a:srgbClr val="252525"/>
                </a:solidFill>
                <a:uFillTx/>
                <a:latin typeface="Georgia"/>
              </a:rPr>
              <a:t>en</a:t>
            </a:r>
            <a:r>
              <a:rPr lang="fr-FR" sz="2400" b="0" u="none" strike="noStrike" spc="-51" dirty="0">
                <a:solidFill>
                  <a:srgbClr val="252525"/>
                </a:solidFill>
                <a:uFillTx/>
                <a:latin typeface="Georgia"/>
              </a:rPr>
              <a:t> </a:t>
            </a:r>
            <a:r>
              <a:rPr lang="fr-FR" sz="2400" b="0" u="none" strike="noStrike" spc="-11" dirty="0">
                <a:solidFill>
                  <a:srgbClr val="252525"/>
                </a:solidFill>
                <a:uFillTx/>
                <a:latin typeface="Georgia"/>
              </a:rPr>
              <a:t>charge)</a:t>
            </a:r>
            <a:endParaRPr lang="fr-FR" sz="2400" b="0" u="none" strike="noStrike" dirty="0">
              <a:solidFill>
                <a:srgbClr val="000000"/>
              </a:solidFill>
              <a:uFillTx/>
              <a:latin typeface="Arial"/>
            </a:endParaRPr>
          </a:p>
          <a:p>
            <a:pPr marL="926640" indent="-456480">
              <a:lnSpc>
                <a:spcPct val="100000"/>
              </a:lnSpc>
              <a:buClr>
                <a:srgbClr val="252525"/>
              </a:buClr>
              <a:buFont typeface="Arial MT"/>
              <a:buChar char="•"/>
              <a:tabLst>
                <a:tab pos="926640" algn="l"/>
              </a:tabLst>
            </a:pPr>
            <a:r>
              <a:rPr lang="fr-FR" sz="2400" b="0" u="none" strike="noStrike" dirty="0">
                <a:solidFill>
                  <a:srgbClr val="252525"/>
                </a:solidFill>
                <a:uFillTx/>
                <a:latin typeface="Georgia"/>
              </a:rPr>
              <a:t>SLAs</a:t>
            </a:r>
            <a:r>
              <a:rPr lang="fr-FR" sz="2400" b="0" u="none" strike="noStrike" spc="-40" dirty="0">
                <a:solidFill>
                  <a:srgbClr val="252525"/>
                </a:solidFill>
                <a:uFillTx/>
                <a:latin typeface="Georgia"/>
              </a:rPr>
              <a:t> </a:t>
            </a:r>
            <a:r>
              <a:rPr lang="fr-FR" sz="2400" b="0" u="none" strike="noStrike" dirty="0">
                <a:solidFill>
                  <a:srgbClr val="252525"/>
                </a:solidFill>
                <a:uFillTx/>
                <a:latin typeface="Georgia"/>
              </a:rPr>
              <a:t>(</a:t>
            </a:r>
            <a:r>
              <a:rPr lang="fr-FR" sz="2400" b="0" u="none" strike="noStrike" spc="-45" dirty="0">
                <a:solidFill>
                  <a:srgbClr val="252525"/>
                </a:solidFill>
                <a:uFillTx/>
                <a:latin typeface="Georgia"/>
              </a:rPr>
              <a:t> </a:t>
            </a:r>
            <a:r>
              <a:rPr lang="fr-FR" sz="2400" b="0" u="none" strike="noStrike" dirty="0">
                <a:solidFill>
                  <a:srgbClr val="252525"/>
                </a:solidFill>
                <a:uFillTx/>
                <a:latin typeface="Georgia"/>
              </a:rPr>
              <a:t>Service</a:t>
            </a:r>
            <a:r>
              <a:rPr lang="fr-FR" sz="2400" b="0" u="none" strike="noStrike" spc="-20" dirty="0">
                <a:solidFill>
                  <a:srgbClr val="252525"/>
                </a:solidFill>
                <a:uFillTx/>
                <a:latin typeface="Georgia"/>
              </a:rPr>
              <a:t> </a:t>
            </a:r>
            <a:r>
              <a:rPr lang="fr-FR" sz="2400" b="0" u="none" strike="noStrike" dirty="0">
                <a:solidFill>
                  <a:srgbClr val="252525"/>
                </a:solidFill>
                <a:uFillTx/>
                <a:latin typeface="Georgia"/>
              </a:rPr>
              <a:t>Level</a:t>
            </a:r>
            <a:r>
              <a:rPr lang="fr-FR" sz="2400" b="0" u="none" strike="noStrike" spc="-51" dirty="0">
                <a:solidFill>
                  <a:srgbClr val="252525"/>
                </a:solidFill>
                <a:uFillTx/>
                <a:latin typeface="Georgia"/>
              </a:rPr>
              <a:t> </a:t>
            </a:r>
            <a:r>
              <a:rPr lang="fr-FR" sz="2400" b="0" u="none" strike="noStrike" dirty="0">
                <a:solidFill>
                  <a:srgbClr val="252525"/>
                </a:solidFill>
                <a:uFillTx/>
                <a:latin typeface="Georgia"/>
              </a:rPr>
              <a:t>Agreement</a:t>
            </a:r>
            <a:r>
              <a:rPr lang="fr-FR" sz="2400" b="0" u="none" strike="noStrike" spc="-45" dirty="0">
                <a:solidFill>
                  <a:srgbClr val="252525"/>
                </a:solidFill>
                <a:uFillTx/>
                <a:latin typeface="Georgia"/>
              </a:rPr>
              <a:t> </a:t>
            </a:r>
            <a:r>
              <a:rPr lang="fr-FR" sz="2400" b="0" u="none" strike="noStrike" spc="-51" dirty="0">
                <a:solidFill>
                  <a:srgbClr val="252525"/>
                </a:solidFill>
                <a:uFillTx/>
                <a:latin typeface="Georgia"/>
              </a:rPr>
              <a:t>) : </a:t>
            </a:r>
            <a:r>
              <a:rPr lang="fr-FR" sz="1400" dirty="0"/>
              <a:t>C'est la "garantie constructeur" du Cloud. </a:t>
            </a:r>
          </a:p>
          <a:p>
            <a:pPr marL="470160">
              <a:lnSpc>
                <a:spcPct val="100000"/>
              </a:lnSpc>
              <a:buClr>
                <a:srgbClr val="252525"/>
              </a:buClr>
              <a:tabLst>
                <a:tab pos="926640" algn="l"/>
              </a:tabLst>
            </a:pPr>
            <a:r>
              <a:rPr lang="fr-FR" sz="1400" dirty="0"/>
              <a:t>C'est le contrat qui prouve que le Cloud est fiable et qui définit ce qu'il se passe financièrement si jamais le système tombe en panne.</a:t>
            </a:r>
            <a:endParaRPr lang="fr-FR" sz="1400" b="0" u="none" strike="noStrike" dirty="0">
              <a:solidFill>
                <a:srgbClr val="000000"/>
              </a:solidFill>
              <a:uFillTx/>
              <a:latin typeface="Arial"/>
            </a:endParaRPr>
          </a:p>
          <a:p>
            <a:pPr marL="355860" indent="-342900">
              <a:lnSpc>
                <a:spcPct val="100000"/>
              </a:lnSpc>
              <a:buClr>
                <a:srgbClr val="252525"/>
              </a:buClr>
              <a:buFont typeface="Arial" panose="020B0604020202020204" pitchFamily="34" charset="0"/>
              <a:buChar char="•"/>
              <a:tabLst>
                <a:tab pos="469440" algn="l"/>
              </a:tabLst>
            </a:pPr>
            <a:r>
              <a:rPr lang="fr-FR" sz="2400" b="1" spc="-11" dirty="0">
                <a:solidFill>
                  <a:srgbClr val="252525"/>
                </a:solidFill>
                <a:latin typeface="Georgia"/>
              </a:rPr>
              <a:t>3 modèles de prestations</a:t>
            </a:r>
          </a:p>
        </p:txBody>
      </p:sp>
      <p:sp>
        <p:nvSpPr>
          <p:cNvPr id="440" name="object 19"/>
          <p:cNvSpPr/>
          <p:nvPr/>
        </p:nvSpPr>
        <p:spPr>
          <a:xfrm>
            <a:off x="898920" y="4182840"/>
            <a:ext cx="13617720" cy="111060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469440" indent="-456480">
              <a:lnSpc>
                <a:spcPct val="100000"/>
              </a:lnSpc>
              <a:spcBef>
                <a:spcPts val="96"/>
              </a:spcBef>
              <a:buClr>
                <a:srgbClr val="252525"/>
              </a:buClr>
              <a:buFont typeface="Arial MT"/>
              <a:buChar char="•"/>
              <a:tabLst>
                <a:tab pos="469440" algn="l"/>
              </a:tabLst>
            </a:pPr>
            <a:r>
              <a:rPr lang="fr-FR" sz="2400" b="0" u="none" strike="noStrike" dirty="0">
                <a:solidFill>
                  <a:srgbClr val="252525"/>
                </a:solidFill>
                <a:uFillTx/>
                <a:latin typeface="Georgia"/>
              </a:rPr>
              <a:t>Infrastructure</a:t>
            </a:r>
            <a:r>
              <a:rPr lang="fr-FR" sz="2400" b="0" u="none" strike="noStrike" spc="-40" dirty="0">
                <a:solidFill>
                  <a:srgbClr val="252525"/>
                </a:solidFill>
                <a:uFillTx/>
                <a:latin typeface="Georgia"/>
              </a:rPr>
              <a:t> </a:t>
            </a:r>
            <a:r>
              <a:rPr lang="fr-FR" sz="2400" b="0" u="none" strike="noStrike" dirty="0">
                <a:solidFill>
                  <a:srgbClr val="252525"/>
                </a:solidFill>
                <a:uFillTx/>
                <a:latin typeface="Georgia"/>
              </a:rPr>
              <a:t>as</a:t>
            </a:r>
            <a:r>
              <a:rPr lang="fr-FR" sz="2400" b="0" u="none" strike="noStrike" spc="-74" dirty="0">
                <a:solidFill>
                  <a:srgbClr val="252525"/>
                </a:solidFill>
                <a:uFillTx/>
                <a:latin typeface="Georgia"/>
              </a:rPr>
              <a:t> </a:t>
            </a:r>
            <a:r>
              <a:rPr lang="fr-FR" sz="2400" b="0" u="none" strike="noStrike" dirty="0">
                <a:solidFill>
                  <a:srgbClr val="252525"/>
                </a:solidFill>
                <a:uFillTx/>
                <a:latin typeface="Georgia"/>
              </a:rPr>
              <a:t>a</a:t>
            </a:r>
            <a:r>
              <a:rPr lang="fr-FR" sz="2400" b="0" u="none" strike="noStrike" spc="-74" dirty="0">
                <a:solidFill>
                  <a:srgbClr val="252525"/>
                </a:solidFill>
                <a:uFillTx/>
                <a:latin typeface="Georgia"/>
              </a:rPr>
              <a:t> </a:t>
            </a:r>
            <a:r>
              <a:rPr lang="fr-FR" sz="2400" b="0" u="none" strike="noStrike" dirty="0">
                <a:solidFill>
                  <a:srgbClr val="252525"/>
                </a:solidFill>
                <a:uFillTx/>
                <a:latin typeface="Georgia"/>
              </a:rPr>
              <a:t>Service</a:t>
            </a:r>
            <a:r>
              <a:rPr lang="fr-FR" sz="2400" b="0" u="none" strike="noStrike" spc="-65" dirty="0">
                <a:solidFill>
                  <a:srgbClr val="252525"/>
                </a:solidFill>
                <a:uFillTx/>
                <a:latin typeface="Georgia"/>
              </a:rPr>
              <a:t> </a:t>
            </a:r>
            <a:r>
              <a:rPr lang="fr-FR" sz="2400" b="0" u="none" strike="noStrike" dirty="0">
                <a:solidFill>
                  <a:srgbClr val="252525"/>
                </a:solidFill>
                <a:uFillTx/>
                <a:latin typeface="Georgia"/>
              </a:rPr>
              <a:t>(</a:t>
            </a:r>
            <a:r>
              <a:rPr lang="fr-FR" sz="2400" b="0" u="none" strike="noStrike" spc="-71" dirty="0">
                <a:solidFill>
                  <a:srgbClr val="252525"/>
                </a:solidFill>
                <a:uFillTx/>
                <a:latin typeface="Georgia"/>
              </a:rPr>
              <a:t> </a:t>
            </a:r>
            <a:r>
              <a:rPr lang="fr-FR" sz="2400" b="0" u="none" strike="noStrike" dirty="0">
                <a:solidFill>
                  <a:srgbClr val="252525"/>
                </a:solidFill>
                <a:uFillTx/>
                <a:latin typeface="Georgia"/>
              </a:rPr>
              <a:t>IaaS</a:t>
            </a:r>
            <a:r>
              <a:rPr lang="fr-FR" sz="2400" b="0" u="none" strike="noStrike" spc="-54" dirty="0">
                <a:solidFill>
                  <a:srgbClr val="252525"/>
                </a:solidFill>
                <a:uFillTx/>
                <a:latin typeface="Georgia"/>
              </a:rPr>
              <a:t> </a:t>
            </a:r>
            <a:r>
              <a:rPr lang="fr-FR" sz="2400" b="0" u="none" strike="noStrike" spc="-51" dirty="0">
                <a:solidFill>
                  <a:srgbClr val="252525"/>
                </a:solidFill>
                <a:uFillTx/>
                <a:latin typeface="Georgia"/>
              </a:rPr>
              <a:t>)</a:t>
            </a:r>
            <a:endParaRPr lang="fr-FR" sz="2400" b="0" u="none" strike="noStrike" dirty="0">
              <a:solidFill>
                <a:srgbClr val="000000"/>
              </a:solidFill>
              <a:uFillTx/>
              <a:latin typeface="Arial"/>
            </a:endParaRPr>
          </a:p>
          <a:p>
            <a:pPr marL="469440" indent="-456480">
              <a:lnSpc>
                <a:spcPct val="100000"/>
              </a:lnSpc>
              <a:spcBef>
                <a:spcPts val="6"/>
              </a:spcBef>
              <a:buClr>
                <a:srgbClr val="252525"/>
              </a:buClr>
              <a:buFont typeface="Arial MT"/>
              <a:buChar char="•"/>
              <a:tabLst>
                <a:tab pos="469440" algn="l"/>
              </a:tabLst>
            </a:pPr>
            <a:r>
              <a:rPr lang="fr-FR" sz="2400" b="0" u="none" strike="noStrike" dirty="0">
                <a:solidFill>
                  <a:srgbClr val="252525"/>
                </a:solidFill>
                <a:uFillTx/>
                <a:latin typeface="Georgia"/>
              </a:rPr>
              <a:t>Platform</a:t>
            </a:r>
            <a:r>
              <a:rPr lang="fr-FR" sz="2400" b="0" u="none" strike="noStrike" spc="-40" dirty="0">
                <a:solidFill>
                  <a:srgbClr val="252525"/>
                </a:solidFill>
                <a:uFillTx/>
                <a:latin typeface="Georgia"/>
              </a:rPr>
              <a:t> </a:t>
            </a:r>
            <a:r>
              <a:rPr lang="fr-FR" sz="2400" b="0" u="none" strike="noStrike" dirty="0">
                <a:solidFill>
                  <a:srgbClr val="252525"/>
                </a:solidFill>
                <a:uFillTx/>
                <a:latin typeface="Georgia"/>
              </a:rPr>
              <a:t>as</a:t>
            </a:r>
            <a:r>
              <a:rPr lang="fr-FR" sz="2400" b="0" u="none" strike="noStrike" spc="-60" dirty="0">
                <a:solidFill>
                  <a:srgbClr val="252525"/>
                </a:solidFill>
                <a:uFillTx/>
                <a:latin typeface="Georgia"/>
              </a:rPr>
              <a:t> </a:t>
            </a:r>
            <a:r>
              <a:rPr lang="fr-FR" sz="2400" b="0" u="none" strike="noStrike" dirty="0">
                <a:solidFill>
                  <a:srgbClr val="252525"/>
                </a:solidFill>
                <a:uFillTx/>
                <a:latin typeface="Georgia"/>
              </a:rPr>
              <a:t>a</a:t>
            </a:r>
            <a:r>
              <a:rPr lang="fr-FR" sz="2400" b="0" u="none" strike="noStrike" spc="-60" dirty="0">
                <a:solidFill>
                  <a:srgbClr val="252525"/>
                </a:solidFill>
                <a:uFillTx/>
                <a:latin typeface="Georgia"/>
              </a:rPr>
              <a:t> </a:t>
            </a:r>
            <a:r>
              <a:rPr lang="fr-FR" sz="2400" b="0" u="none" strike="noStrike" dirty="0">
                <a:solidFill>
                  <a:srgbClr val="252525"/>
                </a:solidFill>
                <a:uFillTx/>
                <a:latin typeface="Georgia"/>
              </a:rPr>
              <a:t>Service</a:t>
            </a:r>
            <a:r>
              <a:rPr lang="fr-FR" sz="2400" b="0" u="none" strike="noStrike" spc="-51" dirty="0">
                <a:solidFill>
                  <a:srgbClr val="252525"/>
                </a:solidFill>
                <a:uFillTx/>
                <a:latin typeface="Georgia"/>
              </a:rPr>
              <a:t> </a:t>
            </a:r>
            <a:r>
              <a:rPr lang="fr-FR" sz="2400" b="0" u="none" strike="noStrike" dirty="0">
                <a:solidFill>
                  <a:srgbClr val="252525"/>
                </a:solidFill>
                <a:uFillTx/>
                <a:latin typeface="Georgia"/>
              </a:rPr>
              <a:t>(</a:t>
            </a:r>
            <a:r>
              <a:rPr lang="fr-FR" sz="2400" b="0" u="none" strike="noStrike" spc="-45" dirty="0">
                <a:solidFill>
                  <a:srgbClr val="252525"/>
                </a:solidFill>
                <a:uFillTx/>
                <a:latin typeface="Georgia"/>
              </a:rPr>
              <a:t> </a:t>
            </a:r>
            <a:r>
              <a:rPr lang="fr-FR" sz="2400" b="0" u="none" strike="noStrike" dirty="0">
                <a:solidFill>
                  <a:srgbClr val="252525"/>
                </a:solidFill>
                <a:uFillTx/>
                <a:latin typeface="Georgia"/>
              </a:rPr>
              <a:t>PaaS</a:t>
            </a:r>
            <a:r>
              <a:rPr lang="fr-FR" sz="2400" b="0" u="none" strike="noStrike" spc="-31" dirty="0">
                <a:solidFill>
                  <a:srgbClr val="252525"/>
                </a:solidFill>
                <a:uFillTx/>
                <a:latin typeface="Georgia"/>
              </a:rPr>
              <a:t> </a:t>
            </a:r>
            <a:r>
              <a:rPr lang="fr-FR" sz="2400" b="0" u="none" strike="noStrike" spc="-51" dirty="0">
                <a:solidFill>
                  <a:srgbClr val="252525"/>
                </a:solidFill>
                <a:uFillTx/>
                <a:latin typeface="Georgia"/>
              </a:rPr>
              <a:t>)</a:t>
            </a:r>
            <a:endParaRPr lang="fr-FR" sz="2400" b="0" u="none" strike="noStrike" dirty="0">
              <a:solidFill>
                <a:srgbClr val="000000"/>
              </a:solidFill>
              <a:uFillTx/>
              <a:latin typeface="Arial"/>
            </a:endParaRPr>
          </a:p>
          <a:p>
            <a:pPr marL="469440" indent="-456480">
              <a:lnSpc>
                <a:spcPct val="100000"/>
              </a:lnSpc>
              <a:buClr>
                <a:srgbClr val="252525"/>
              </a:buClr>
              <a:buFont typeface="Arial MT"/>
              <a:buChar char="•"/>
              <a:tabLst>
                <a:tab pos="469440" algn="l"/>
              </a:tabLst>
            </a:pPr>
            <a:r>
              <a:rPr lang="fr-FR" sz="2400" b="0" u="none" strike="noStrike" dirty="0">
                <a:solidFill>
                  <a:srgbClr val="252525"/>
                </a:solidFill>
                <a:uFillTx/>
                <a:latin typeface="Georgia"/>
              </a:rPr>
              <a:t>Software</a:t>
            </a:r>
            <a:r>
              <a:rPr lang="fr-FR" sz="2400" b="0" u="none" strike="noStrike" spc="-40" dirty="0">
                <a:solidFill>
                  <a:srgbClr val="252525"/>
                </a:solidFill>
                <a:uFillTx/>
                <a:latin typeface="Georgia"/>
              </a:rPr>
              <a:t> </a:t>
            </a:r>
            <a:r>
              <a:rPr lang="fr-FR" sz="2400" b="0" u="none" strike="noStrike" dirty="0">
                <a:solidFill>
                  <a:srgbClr val="252525"/>
                </a:solidFill>
                <a:uFillTx/>
                <a:latin typeface="Georgia"/>
              </a:rPr>
              <a:t>as</a:t>
            </a:r>
            <a:r>
              <a:rPr lang="fr-FR" sz="2400" b="0" u="none" strike="noStrike" spc="-60" dirty="0">
                <a:solidFill>
                  <a:srgbClr val="252525"/>
                </a:solidFill>
                <a:uFillTx/>
                <a:latin typeface="Georgia"/>
              </a:rPr>
              <a:t> </a:t>
            </a:r>
            <a:r>
              <a:rPr lang="fr-FR" sz="2400" b="0" u="none" strike="noStrike" dirty="0">
                <a:solidFill>
                  <a:srgbClr val="252525"/>
                </a:solidFill>
                <a:uFillTx/>
                <a:latin typeface="Georgia"/>
              </a:rPr>
              <a:t>a</a:t>
            </a:r>
            <a:r>
              <a:rPr lang="fr-FR" sz="2400" b="0" u="none" strike="noStrike" spc="-60" dirty="0">
                <a:solidFill>
                  <a:srgbClr val="252525"/>
                </a:solidFill>
                <a:uFillTx/>
                <a:latin typeface="Georgia"/>
              </a:rPr>
              <a:t> </a:t>
            </a:r>
            <a:r>
              <a:rPr lang="fr-FR" sz="2400" b="0" u="none" strike="noStrike" dirty="0">
                <a:solidFill>
                  <a:srgbClr val="252525"/>
                </a:solidFill>
                <a:uFillTx/>
                <a:latin typeface="Georgia"/>
              </a:rPr>
              <a:t>Service</a:t>
            </a:r>
            <a:r>
              <a:rPr lang="fr-FR" sz="2400" b="0" u="none" strike="noStrike" spc="-45" dirty="0">
                <a:solidFill>
                  <a:srgbClr val="252525"/>
                </a:solidFill>
                <a:uFillTx/>
                <a:latin typeface="Georgia"/>
              </a:rPr>
              <a:t> </a:t>
            </a:r>
            <a:r>
              <a:rPr lang="fr-FR" sz="2400" b="0" u="none" strike="noStrike" dirty="0">
                <a:solidFill>
                  <a:srgbClr val="252525"/>
                </a:solidFill>
                <a:uFillTx/>
                <a:latin typeface="Georgia"/>
              </a:rPr>
              <a:t>(</a:t>
            </a:r>
            <a:r>
              <a:rPr lang="fr-FR" sz="2400" b="0" u="none" strike="noStrike" spc="-51" dirty="0">
                <a:solidFill>
                  <a:srgbClr val="252525"/>
                </a:solidFill>
                <a:uFillTx/>
                <a:latin typeface="Georgia"/>
              </a:rPr>
              <a:t> </a:t>
            </a:r>
            <a:r>
              <a:rPr lang="fr-FR" sz="2400" b="0" u="none" strike="noStrike" dirty="0">
                <a:solidFill>
                  <a:srgbClr val="252525"/>
                </a:solidFill>
                <a:uFillTx/>
                <a:latin typeface="Georgia"/>
              </a:rPr>
              <a:t>SaaS</a:t>
            </a:r>
            <a:r>
              <a:rPr lang="fr-FR" sz="2400" b="0" u="none" strike="noStrike" spc="-31" dirty="0">
                <a:solidFill>
                  <a:srgbClr val="252525"/>
                </a:solidFill>
                <a:uFillTx/>
                <a:latin typeface="Georgia"/>
              </a:rPr>
              <a:t> </a:t>
            </a:r>
            <a:r>
              <a:rPr lang="fr-FR" sz="2400" b="0" u="none" strike="noStrike" spc="-51" dirty="0">
                <a:solidFill>
                  <a:srgbClr val="252525"/>
                </a:solidFill>
                <a:uFillTx/>
                <a:latin typeface="Georgia"/>
              </a:rPr>
              <a:t>)</a:t>
            </a:r>
            <a:endParaRPr lang="fr-FR" sz="2400" b="0" u="none" strike="noStrike" dirty="0">
              <a:solidFill>
                <a:srgbClr val="000000"/>
              </a:solidFill>
              <a:uFillTx/>
              <a:latin typeface="Arial"/>
            </a:endParaRPr>
          </a:p>
        </p:txBody>
      </p:sp>
      <p:sp>
        <p:nvSpPr>
          <p:cNvPr id="441" name="object 20"/>
          <p:cNvSpPr/>
          <p:nvPr/>
        </p:nvSpPr>
        <p:spPr>
          <a:xfrm>
            <a:off x="406800" y="5427720"/>
            <a:ext cx="17178120" cy="74412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469440" indent="-456480">
              <a:lnSpc>
                <a:spcPct val="100000"/>
              </a:lnSpc>
              <a:spcBef>
                <a:spcPts val="96"/>
              </a:spcBef>
              <a:buClr>
                <a:srgbClr val="252525"/>
              </a:buClr>
              <a:buFont typeface="Arial MT"/>
              <a:buChar char="•"/>
              <a:tabLst>
                <a:tab pos="469440" algn="l"/>
              </a:tabLst>
            </a:pPr>
            <a:r>
              <a:rPr lang="fr-FR" sz="2400" b="1" u="none" strike="noStrike">
                <a:solidFill>
                  <a:srgbClr val="252525"/>
                </a:solidFill>
                <a:uFillTx/>
                <a:latin typeface="Georgia"/>
              </a:rPr>
              <a:t>4</a:t>
            </a:r>
            <a:r>
              <a:rPr lang="fr-FR" sz="2400" b="1" u="none" strike="noStrike" spc="-74">
                <a:solidFill>
                  <a:srgbClr val="252525"/>
                </a:solidFill>
                <a:uFillTx/>
                <a:latin typeface="Georgia"/>
              </a:rPr>
              <a:t> </a:t>
            </a:r>
            <a:r>
              <a:rPr lang="fr-FR" sz="2400" b="1" u="none" strike="noStrike">
                <a:solidFill>
                  <a:srgbClr val="252525"/>
                </a:solidFill>
                <a:uFillTx/>
                <a:latin typeface="Georgia"/>
              </a:rPr>
              <a:t>modèles</a:t>
            </a:r>
            <a:r>
              <a:rPr lang="fr-FR" sz="2400" b="1" u="none" strike="noStrike" spc="-34">
                <a:solidFill>
                  <a:srgbClr val="252525"/>
                </a:solidFill>
                <a:uFillTx/>
                <a:latin typeface="Georgia"/>
              </a:rPr>
              <a:t> </a:t>
            </a:r>
            <a:r>
              <a:rPr lang="fr-FR" sz="2400" b="1" u="none" strike="noStrike">
                <a:solidFill>
                  <a:srgbClr val="252525"/>
                </a:solidFill>
                <a:uFillTx/>
                <a:latin typeface="Georgia"/>
              </a:rPr>
              <a:t>de</a:t>
            </a:r>
            <a:r>
              <a:rPr lang="fr-FR" sz="2400" b="1" u="none" strike="noStrike" spc="-54">
                <a:solidFill>
                  <a:srgbClr val="252525"/>
                </a:solidFill>
                <a:uFillTx/>
                <a:latin typeface="Georgia"/>
              </a:rPr>
              <a:t> </a:t>
            </a:r>
            <a:r>
              <a:rPr lang="fr-FR" sz="2400" b="1" u="none" strike="noStrike" spc="-11">
                <a:solidFill>
                  <a:srgbClr val="252525"/>
                </a:solidFill>
                <a:uFillTx/>
                <a:latin typeface="Georgia"/>
              </a:rPr>
              <a:t>déploiement</a:t>
            </a:r>
            <a:endParaRPr lang="fr-FR" sz="2400" b="0" u="none" strike="noStrike">
              <a:solidFill>
                <a:srgbClr val="000000"/>
              </a:solidFill>
              <a:uFillTx/>
              <a:latin typeface="Arial"/>
            </a:endParaRPr>
          </a:p>
          <a:p>
            <a:pPr marL="927000" lvl="1" indent="-457200">
              <a:lnSpc>
                <a:spcPct val="100000"/>
              </a:lnSpc>
              <a:buClr>
                <a:srgbClr val="252525"/>
              </a:buClr>
              <a:buFont typeface="Arial MT"/>
              <a:buChar char="•"/>
              <a:tabLst>
                <a:tab pos="927000" algn="l"/>
              </a:tabLst>
            </a:pPr>
            <a:r>
              <a:rPr lang="fr-FR" sz="2400" b="0" u="none" strike="noStrike">
                <a:solidFill>
                  <a:srgbClr val="252525"/>
                </a:solidFill>
                <a:uFillTx/>
                <a:latin typeface="Georgia"/>
              </a:rPr>
              <a:t>Cloud</a:t>
            </a:r>
            <a:r>
              <a:rPr lang="fr-FR" sz="2400" b="0" u="none" strike="noStrike" spc="-54">
                <a:solidFill>
                  <a:srgbClr val="252525"/>
                </a:solidFill>
                <a:uFillTx/>
                <a:latin typeface="Georgia"/>
              </a:rPr>
              <a:t> </a:t>
            </a:r>
            <a:r>
              <a:rPr lang="fr-FR" sz="2400" b="0" u="none" strike="noStrike">
                <a:solidFill>
                  <a:srgbClr val="252525"/>
                </a:solidFill>
                <a:uFillTx/>
                <a:latin typeface="Georgia"/>
              </a:rPr>
              <a:t>…</a:t>
            </a:r>
            <a:r>
              <a:rPr lang="fr-FR" sz="2400" b="0" u="none" strike="noStrike" spc="-60">
                <a:solidFill>
                  <a:srgbClr val="252525"/>
                </a:solidFill>
                <a:uFillTx/>
                <a:latin typeface="Georgia"/>
              </a:rPr>
              <a:t> </a:t>
            </a:r>
            <a:r>
              <a:rPr lang="fr-FR" sz="2400" b="0" u="none" strike="noStrike">
                <a:solidFill>
                  <a:srgbClr val="252525"/>
                </a:solidFill>
                <a:uFillTx/>
                <a:latin typeface="Georgia"/>
              </a:rPr>
              <a:t>public,</a:t>
            </a:r>
            <a:r>
              <a:rPr lang="fr-FR" sz="2400" b="0" u="none" strike="noStrike" spc="-51">
                <a:solidFill>
                  <a:srgbClr val="252525"/>
                </a:solidFill>
                <a:uFillTx/>
                <a:latin typeface="Georgia"/>
              </a:rPr>
              <a:t> </a:t>
            </a:r>
            <a:r>
              <a:rPr lang="fr-FR" sz="2400" b="0" u="none" strike="noStrike">
                <a:solidFill>
                  <a:srgbClr val="252525"/>
                </a:solidFill>
                <a:uFillTx/>
                <a:latin typeface="Georgia"/>
              </a:rPr>
              <a:t>privé,</a:t>
            </a:r>
            <a:r>
              <a:rPr lang="fr-FR" sz="2400" b="0" u="none" strike="noStrike" spc="-54">
                <a:solidFill>
                  <a:srgbClr val="252525"/>
                </a:solidFill>
                <a:uFillTx/>
                <a:latin typeface="Georgia"/>
              </a:rPr>
              <a:t> </a:t>
            </a:r>
            <a:r>
              <a:rPr lang="fr-FR" sz="2400" b="0" u="none" strike="noStrike" spc="-11">
                <a:solidFill>
                  <a:srgbClr val="252525"/>
                </a:solidFill>
                <a:uFillTx/>
                <a:latin typeface="Georgia"/>
              </a:rPr>
              <a:t>communautaire</a:t>
            </a:r>
            <a:r>
              <a:rPr lang="fr-FR" sz="2400" b="0" u="none" strike="noStrike" spc="-14">
                <a:solidFill>
                  <a:srgbClr val="252525"/>
                </a:solidFill>
                <a:uFillTx/>
                <a:latin typeface="Georgia"/>
              </a:rPr>
              <a:t> </a:t>
            </a:r>
            <a:r>
              <a:rPr lang="fr-FR" sz="2400" b="0" u="none" strike="noStrike" spc="-26">
                <a:solidFill>
                  <a:srgbClr val="252525"/>
                </a:solidFill>
                <a:uFillTx/>
                <a:latin typeface="Georgia"/>
              </a:rPr>
              <a:t>et </a:t>
            </a:r>
            <a:r>
              <a:rPr lang="fr-FR" sz="2400" b="0" u="none" strike="noStrike" spc="-11">
                <a:solidFill>
                  <a:srgbClr val="252525"/>
                </a:solidFill>
                <a:uFillTx/>
                <a:latin typeface="Georgia"/>
              </a:rPr>
              <a:t>hybride</a:t>
            </a:r>
            <a:endParaRPr lang="fr-FR" sz="2400" b="0" u="none" strike="noStrike">
              <a:solidFill>
                <a:srgbClr val="000000"/>
              </a:solidFill>
              <a:uFillTx/>
              <a:latin typeface="Arial"/>
            </a:endParaRPr>
          </a:p>
        </p:txBody>
      </p:sp>
      <p:sp>
        <p:nvSpPr>
          <p:cNvPr id="5" name="PlaceHolder 4"/>
          <p:cNvSpPr>
            <a:spLocks noGrp="1"/>
          </p:cNvSpPr>
          <p:nvPr>
            <p:ph type="sldNum" idx="44"/>
          </p:nvPr>
        </p:nvSpPr>
        <p:spPr/>
        <p:txBody>
          <a:bodyPr/>
          <a:lstStyle/>
          <a:p>
            <a:fld id="{8CA477E7-CFD0-46B0-A971-8B3E3756177B}" type="slidenum">
              <a:rPr/>
              <a:t>18</a:t>
            </a:fld>
            <a:endParaRPr/>
          </a:p>
        </p:txBody>
      </p:sp>
    </p:spTree>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5 caractéristiques</a:t>
            </a:r>
            <a:endParaRPr lang="fr-FR" sz="3200" b="0" u="none" strike="noStrike">
              <a:solidFill>
                <a:srgbClr val="000000"/>
              </a:solidFill>
              <a:uFillTx/>
              <a:latin typeface="Arial"/>
            </a:endParaRPr>
          </a:p>
        </p:txBody>
      </p:sp>
      <p:sp>
        <p:nvSpPr>
          <p:cNvPr id="443" name="PlaceHolder 2"/>
          <p:cNvSpPr>
            <a:spLocks noGrp="1"/>
          </p:cNvSpPr>
          <p:nvPr>
            <p:ph type="dt" idx="64"/>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44"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45" name="object 21"/>
          <p:cNvSpPr/>
          <p:nvPr/>
        </p:nvSpPr>
        <p:spPr>
          <a:xfrm>
            <a:off x="900000" y="1440000"/>
            <a:ext cx="9899640" cy="165852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a:lnSpc>
                <a:spcPct val="150000"/>
              </a:lnSpc>
              <a:tabLst>
                <a:tab pos="756360" algn="l"/>
              </a:tabLst>
            </a:pPr>
            <a:r>
              <a:rPr lang="fr-FR" sz="2400" b="1" u="none" strike="noStrike" spc="-26">
                <a:solidFill>
                  <a:srgbClr val="252525"/>
                </a:solidFill>
                <a:uFillTx/>
                <a:latin typeface="Calibri"/>
              </a:rPr>
              <a:t>1.</a:t>
            </a:r>
            <a:r>
              <a:rPr lang="fr-FR" sz="2400" b="1" u="none" strike="noStrike">
                <a:solidFill>
                  <a:srgbClr val="252525"/>
                </a:solidFill>
                <a:uFillTx/>
                <a:latin typeface="Calibri"/>
              </a:rPr>
              <a:t>	</a:t>
            </a:r>
            <a:r>
              <a:rPr lang="fr-FR" sz="2400" b="1" u="none" strike="noStrike" spc="-14">
                <a:solidFill>
                  <a:srgbClr val="252525"/>
                </a:solidFill>
                <a:uFillTx/>
                <a:latin typeface="Calibri"/>
              </a:rPr>
              <a:t>Libre-</a:t>
            </a:r>
            <a:r>
              <a:rPr lang="fr-FR" sz="2400" b="1" u="none" strike="noStrike">
                <a:solidFill>
                  <a:srgbClr val="252525"/>
                </a:solidFill>
                <a:uFillTx/>
                <a:latin typeface="Calibri"/>
              </a:rPr>
              <a:t>service</a:t>
            </a:r>
            <a:r>
              <a:rPr lang="fr-FR" sz="2400" b="1" u="none" strike="noStrike" spc="-65">
                <a:solidFill>
                  <a:srgbClr val="252525"/>
                </a:solidFill>
                <a:uFillTx/>
                <a:latin typeface="Calibri"/>
              </a:rPr>
              <a:t> </a:t>
            </a:r>
            <a:r>
              <a:rPr lang="fr-FR" sz="2400" b="1" u="none" strike="noStrike">
                <a:solidFill>
                  <a:srgbClr val="252525"/>
                </a:solidFill>
                <a:uFillTx/>
                <a:latin typeface="Calibri"/>
              </a:rPr>
              <a:t>à</a:t>
            </a:r>
            <a:r>
              <a:rPr lang="fr-FR" sz="2400" b="1" u="none" strike="noStrike" spc="-60">
                <a:solidFill>
                  <a:srgbClr val="252525"/>
                </a:solidFill>
                <a:uFillTx/>
                <a:latin typeface="Calibri"/>
              </a:rPr>
              <a:t> </a:t>
            </a:r>
            <a:r>
              <a:rPr lang="fr-FR" sz="2400" b="1" u="none" strike="noStrike">
                <a:solidFill>
                  <a:srgbClr val="252525"/>
                </a:solidFill>
                <a:uFillTx/>
                <a:latin typeface="Calibri"/>
              </a:rPr>
              <a:t>la</a:t>
            </a:r>
            <a:r>
              <a:rPr lang="fr-FR" sz="2400" b="1" u="none" strike="noStrike" spc="-71">
                <a:solidFill>
                  <a:srgbClr val="252525"/>
                </a:solidFill>
                <a:uFillTx/>
                <a:latin typeface="Calibri"/>
              </a:rPr>
              <a:t> </a:t>
            </a:r>
            <a:r>
              <a:rPr lang="fr-FR" sz="2400" b="1" u="none" strike="noStrike" spc="-11">
                <a:solidFill>
                  <a:srgbClr val="252525"/>
                </a:solidFill>
                <a:uFillTx/>
                <a:latin typeface="Calibri"/>
              </a:rPr>
              <a:t>demande </a:t>
            </a:r>
            <a:endParaRPr lang="fr-FR" sz="2400" b="0" u="none" strike="noStrike">
              <a:solidFill>
                <a:srgbClr val="000000"/>
              </a:solidFill>
              <a:uFillTx/>
              <a:latin typeface="Calibri"/>
              <a:ea typeface="Microsoft YaHei"/>
            </a:endParaRPr>
          </a:p>
          <a:p>
            <a:pPr marL="12600">
              <a:lnSpc>
                <a:spcPct val="150000"/>
              </a:lnSpc>
              <a:tabLst>
                <a:tab pos="756360" algn="l"/>
              </a:tabLst>
            </a:pPr>
            <a:r>
              <a:rPr lang="fr-FR" sz="2400" b="0" u="none" strike="noStrike">
                <a:solidFill>
                  <a:srgbClr val="252525"/>
                </a:solidFill>
                <a:uFillTx/>
                <a:latin typeface="Calibri"/>
              </a:rPr>
              <a:t>Le</a:t>
            </a:r>
            <a:r>
              <a:rPr lang="fr-FR" sz="2400" b="0" u="none" strike="noStrike" spc="-26">
                <a:solidFill>
                  <a:srgbClr val="252525"/>
                </a:solidFill>
                <a:uFillTx/>
                <a:latin typeface="Calibri"/>
              </a:rPr>
              <a:t> </a:t>
            </a:r>
            <a:r>
              <a:rPr lang="fr-FR" sz="2400" b="0" u="none" strike="noStrike">
                <a:solidFill>
                  <a:srgbClr val="252525"/>
                </a:solidFill>
                <a:uFillTx/>
                <a:latin typeface="Calibri"/>
              </a:rPr>
              <a:t>consommateur</a:t>
            </a:r>
            <a:r>
              <a:rPr lang="fr-FR" sz="2400" b="0" u="none" strike="noStrike" spc="-34">
                <a:solidFill>
                  <a:srgbClr val="252525"/>
                </a:solidFill>
                <a:uFillTx/>
                <a:latin typeface="Calibri"/>
              </a:rPr>
              <a:t> </a:t>
            </a:r>
            <a:r>
              <a:rPr lang="fr-FR" sz="2400" b="0" u="none" strike="noStrike">
                <a:solidFill>
                  <a:srgbClr val="252525"/>
                </a:solidFill>
                <a:uFillTx/>
                <a:latin typeface="Calibri"/>
              </a:rPr>
              <a:t>peut</a:t>
            </a:r>
            <a:r>
              <a:rPr lang="fr-FR" sz="2400" b="0" u="none" strike="noStrike" spc="-20">
                <a:solidFill>
                  <a:srgbClr val="252525"/>
                </a:solidFill>
                <a:uFillTx/>
                <a:latin typeface="Calibri"/>
              </a:rPr>
              <a:t> </a:t>
            </a:r>
            <a:r>
              <a:rPr lang="fr-FR" sz="2400" b="0" u="none" strike="noStrike">
                <a:solidFill>
                  <a:srgbClr val="252525"/>
                </a:solidFill>
                <a:uFillTx/>
                <a:latin typeface="Calibri"/>
              </a:rPr>
              <a:t>allouer</a:t>
            </a:r>
            <a:r>
              <a:rPr lang="fr-FR" sz="2400" b="0" u="none" strike="noStrike" spc="-45">
                <a:solidFill>
                  <a:srgbClr val="252525"/>
                </a:solidFill>
                <a:uFillTx/>
                <a:latin typeface="Calibri"/>
              </a:rPr>
              <a:t> </a:t>
            </a:r>
            <a:r>
              <a:rPr lang="fr-FR" sz="2400" b="0" u="none" strike="noStrike" spc="-26">
                <a:solidFill>
                  <a:srgbClr val="252525"/>
                </a:solidFill>
                <a:uFillTx/>
                <a:latin typeface="Calibri"/>
              </a:rPr>
              <a:t>des </a:t>
            </a:r>
            <a:r>
              <a:rPr lang="fr-FR" sz="2400" b="0" u="none" strike="noStrike">
                <a:solidFill>
                  <a:srgbClr val="252525"/>
                </a:solidFill>
                <a:uFillTx/>
                <a:latin typeface="Calibri"/>
              </a:rPr>
              <a:t>ressources</a:t>
            </a:r>
            <a:r>
              <a:rPr lang="fr-FR" sz="2400" b="0" u="none" strike="noStrike" spc="-85">
                <a:solidFill>
                  <a:srgbClr val="252525"/>
                </a:solidFill>
                <a:uFillTx/>
                <a:latin typeface="Calibri"/>
              </a:rPr>
              <a:t> </a:t>
            </a:r>
            <a:r>
              <a:rPr lang="fr-FR" sz="2400" b="0" u="none" strike="noStrike">
                <a:solidFill>
                  <a:srgbClr val="252525"/>
                </a:solidFill>
                <a:uFillTx/>
                <a:latin typeface="Calibri"/>
              </a:rPr>
              <a:t>automatiquement</a:t>
            </a:r>
            <a:r>
              <a:rPr lang="fr-FR" sz="2400" b="0" u="none" strike="noStrike" spc="-85">
                <a:solidFill>
                  <a:srgbClr val="252525"/>
                </a:solidFill>
                <a:uFillTx/>
                <a:latin typeface="Calibri"/>
              </a:rPr>
              <a:t> </a:t>
            </a:r>
            <a:r>
              <a:rPr lang="fr-FR" sz="2400" b="0" u="none" strike="noStrike" spc="-20">
                <a:solidFill>
                  <a:srgbClr val="252525"/>
                </a:solidFill>
                <a:uFillTx/>
                <a:latin typeface="Calibri"/>
              </a:rPr>
              <a:t>sans </a:t>
            </a:r>
            <a:r>
              <a:rPr lang="fr-FR" sz="2400" b="0" u="none" strike="noStrike">
                <a:solidFill>
                  <a:srgbClr val="252525"/>
                </a:solidFill>
                <a:uFillTx/>
                <a:latin typeface="Calibri"/>
              </a:rPr>
              <a:t>besoin</a:t>
            </a:r>
            <a:r>
              <a:rPr lang="fr-FR" sz="2400" b="0" u="none" strike="noStrike" spc="-40">
                <a:solidFill>
                  <a:srgbClr val="252525"/>
                </a:solidFill>
                <a:uFillTx/>
                <a:latin typeface="Calibri"/>
              </a:rPr>
              <a:t> </a:t>
            </a:r>
            <a:r>
              <a:rPr lang="fr-FR" sz="2400" b="0" u="none" strike="noStrike">
                <a:solidFill>
                  <a:srgbClr val="252525"/>
                </a:solidFill>
                <a:uFillTx/>
                <a:latin typeface="Calibri"/>
              </a:rPr>
              <a:t>d’une</a:t>
            </a:r>
            <a:r>
              <a:rPr lang="fr-FR" sz="2400" b="0" u="none" strike="noStrike" spc="-31">
                <a:solidFill>
                  <a:srgbClr val="252525"/>
                </a:solidFill>
                <a:uFillTx/>
                <a:latin typeface="Calibri"/>
              </a:rPr>
              <a:t> </a:t>
            </a:r>
            <a:r>
              <a:rPr lang="fr-FR" sz="2400" b="0" u="none" strike="noStrike">
                <a:solidFill>
                  <a:srgbClr val="252525"/>
                </a:solidFill>
                <a:uFillTx/>
                <a:latin typeface="Calibri"/>
              </a:rPr>
              <a:t>interaction</a:t>
            </a:r>
            <a:r>
              <a:rPr lang="fr-FR" sz="2400" b="0" u="none" strike="noStrike" spc="-51">
                <a:solidFill>
                  <a:srgbClr val="252525"/>
                </a:solidFill>
                <a:uFillTx/>
                <a:latin typeface="Calibri"/>
              </a:rPr>
              <a:t> </a:t>
            </a:r>
            <a:r>
              <a:rPr lang="fr-FR" sz="2400" b="0" u="none" strike="noStrike" spc="-11">
                <a:solidFill>
                  <a:srgbClr val="252525"/>
                </a:solidFill>
                <a:uFillTx/>
                <a:latin typeface="Calibri"/>
              </a:rPr>
              <a:t>humaine </a:t>
            </a:r>
            <a:r>
              <a:rPr lang="fr-FR" sz="2400" b="0" u="none" strike="noStrike">
                <a:solidFill>
                  <a:srgbClr val="252525"/>
                </a:solidFill>
                <a:uFillTx/>
                <a:latin typeface="Calibri"/>
              </a:rPr>
              <a:t>avec</a:t>
            </a:r>
            <a:r>
              <a:rPr lang="fr-FR" sz="2400" b="0" u="none" strike="noStrike" spc="-45">
                <a:solidFill>
                  <a:srgbClr val="252525"/>
                </a:solidFill>
                <a:uFillTx/>
                <a:latin typeface="Calibri"/>
              </a:rPr>
              <a:t> </a:t>
            </a:r>
            <a:r>
              <a:rPr lang="fr-FR" sz="2400" b="0" u="none" strike="noStrike">
                <a:solidFill>
                  <a:srgbClr val="252525"/>
                </a:solidFill>
                <a:uFillTx/>
                <a:latin typeface="Calibri"/>
              </a:rPr>
              <a:t>le</a:t>
            </a:r>
            <a:r>
              <a:rPr lang="fr-FR" sz="2400" b="0" u="none" strike="noStrike" spc="-60">
                <a:solidFill>
                  <a:srgbClr val="252525"/>
                </a:solidFill>
                <a:uFillTx/>
                <a:latin typeface="Calibri"/>
              </a:rPr>
              <a:t> </a:t>
            </a:r>
            <a:r>
              <a:rPr lang="fr-FR" sz="2400" b="0" u="none" strike="noStrike">
                <a:solidFill>
                  <a:srgbClr val="252525"/>
                </a:solidFill>
                <a:uFillTx/>
                <a:latin typeface="Calibri"/>
              </a:rPr>
              <a:t>fournisseur</a:t>
            </a:r>
            <a:r>
              <a:rPr lang="fr-FR" sz="2400" b="0" u="none" strike="noStrike" spc="-74">
                <a:solidFill>
                  <a:srgbClr val="252525"/>
                </a:solidFill>
                <a:uFillTx/>
                <a:latin typeface="Calibri"/>
              </a:rPr>
              <a:t> </a:t>
            </a:r>
            <a:r>
              <a:rPr lang="fr-FR" sz="2400" b="0" u="none" strike="noStrike" spc="-11">
                <a:solidFill>
                  <a:srgbClr val="252525"/>
                </a:solidFill>
                <a:uFillTx/>
                <a:latin typeface="Calibri"/>
              </a:rPr>
              <a:t>cloud.</a:t>
            </a:r>
            <a:endParaRPr lang="fr-FR" sz="2400" b="0" u="none" strike="noStrike">
              <a:solidFill>
                <a:srgbClr val="000000"/>
              </a:solidFill>
              <a:uFillTx/>
              <a:latin typeface="Calibri"/>
              <a:ea typeface="Microsoft YaHei"/>
            </a:endParaRPr>
          </a:p>
        </p:txBody>
      </p:sp>
      <p:sp>
        <p:nvSpPr>
          <p:cNvPr id="446" name="object 22"/>
          <p:cNvSpPr/>
          <p:nvPr/>
        </p:nvSpPr>
        <p:spPr>
          <a:xfrm>
            <a:off x="953280" y="3600000"/>
            <a:ext cx="10206360" cy="220716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a:lnSpc>
                <a:spcPct val="150000"/>
              </a:lnSpc>
            </a:pPr>
            <a:r>
              <a:rPr lang="fr-FR" sz="2400" b="1" u="none" strike="noStrike">
                <a:solidFill>
                  <a:srgbClr val="252525"/>
                </a:solidFill>
                <a:uFillTx/>
                <a:latin typeface="Calibri"/>
              </a:rPr>
              <a:t>2.	Accès universel</a:t>
            </a:r>
            <a:r>
              <a:rPr lang="fr-FR" sz="2400" b="0" u="none" strike="noStrike">
                <a:solidFill>
                  <a:srgbClr val="252525"/>
                </a:solidFill>
                <a:uFillTx/>
                <a:latin typeface="Calibri"/>
              </a:rPr>
              <a:t>  </a:t>
            </a:r>
            <a:endParaRPr lang="fr-FR" sz="2400" b="0" u="none" strike="noStrike">
              <a:solidFill>
                <a:srgbClr val="000000"/>
              </a:solidFill>
              <a:uFillTx/>
              <a:latin typeface="Calibri"/>
              <a:ea typeface="Microsoft YaHei"/>
            </a:endParaRPr>
          </a:p>
          <a:p>
            <a:pPr marL="12600">
              <a:lnSpc>
                <a:spcPct val="150000"/>
              </a:lnSpc>
            </a:pPr>
            <a:r>
              <a:rPr lang="fr-FR" sz="2400" b="0" u="none" strike="noStrike">
                <a:solidFill>
                  <a:srgbClr val="252525"/>
                </a:solidFill>
                <a:uFillTx/>
                <a:latin typeface="Calibri"/>
              </a:rPr>
              <a:t>L’ensemble</a:t>
            </a:r>
            <a:r>
              <a:rPr lang="fr-FR" sz="2400" b="0" u="none" strike="noStrike" spc="-60">
                <a:solidFill>
                  <a:srgbClr val="252525"/>
                </a:solidFill>
                <a:uFillTx/>
                <a:latin typeface="Calibri"/>
              </a:rPr>
              <a:t> </a:t>
            </a:r>
            <a:r>
              <a:rPr lang="fr-FR" sz="2400" b="0" u="none" strike="noStrike">
                <a:solidFill>
                  <a:srgbClr val="252525"/>
                </a:solidFill>
                <a:uFillTx/>
                <a:latin typeface="Calibri"/>
              </a:rPr>
              <a:t>des</a:t>
            </a:r>
            <a:r>
              <a:rPr lang="fr-FR" sz="2400" b="0" u="none" strike="noStrike" spc="-45">
                <a:solidFill>
                  <a:srgbClr val="252525"/>
                </a:solidFill>
                <a:uFillTx/>
                <a:latin typeface="Calibri"/>
              </a:rPr>
              <a:t> </a:t>
            </a:r>
            <a:r>
              <a:rPr lang="fr-FR" sz="2400" b="0" u="none" strike="noStrike">
                <a:solidFill>
                  <a:srgbClr val="252525"/>
                </a:solidFill>
                <a:uFillTx/>
                <a:latin typeface="Calibri"/>
              </a:rPr>
              <a:t>ressources</a:t>
            </a:r>
            <a:r>
              <a:rPr lang="fr-FR" sz="2400" b="0" u="none" strike="noStrike" spc="-54">
                <a:solidFill>
                  <a:srgbClr val="252525"/>
                </a:solidFill>
                <a:uFillTx/>
                <a:latin typeface="Calibri"/>
              </a:rPr>
              <a:t> </a:t>
            </a:r>
            <a:r>
              <a:rPr lang="fr-FR" sz="2400" b="0" u="none" strike="noStrike">
                <a:solidFill>
                  <a:srgbClr val="252525"/>
                </a:solidFill>
                <a:uFillTx/>
                <a:latin typeface="Calibri"/>
              </a:rPr>
              <a:t>doit</a:t>
            </a:r>
            <a:r>
              <a:rPr lang="fr-FR" sz="2400" b="0" u="none" strike="noStrike" spc="-54">
                <a:solidFill>
                  <a:srgbClr val="252525"/>
                </a:solidFill>
                <a:uFillTx/>
                <a:latin typeface="Calibri"/>
              </a:rPr>
              <a:t> </a:t>
            </a:r>
            <a:r>
              <a:rPr lang="fr-FR" sz="2400" b="0" u="none" strike="noStrike" spc="-20">
                <a:solidFill>
                  <a:srgbClr val="252525"/>
                </a:solidFill>
                <a:uFillTx/>
                <a:latin typeface="Calibri"/>
              </a:rPr>
              <a:t>être </a:t>
            </a:r>
            <a:r>
              <a:rPr lang="fr-FR" sz="2400" b="0" u="none" strike="noStrike">
                <a:solidFill>
                  <a:srgbClr val="252525"/>
                </a:solidFill>
                <a:uFillTx/>
                <a:latin typeface="Calibri"/>
              </a:rPr>
              <a:t>accessible</a:t>
            </a:r>
            <a:r>
              <a:rPr lang="fr-FR" sz="2400" b="0" u="none" strike="noStrike" spc="-74">
                <a:solidFill>
                  <a:srgbClr val="252525"/>
                </a:solidFill>
                <a:uFillTx/>
                <a:latin typeface="Calibri"/>
              </a:rPr>
              <a:t> </a:t>
            </a:r>
            <a:r>
              <a:rPr lang="fr-FR" sz="2400" b="0" u="none" strike="noStrike">
                <a:solidFill>
                  <a:srgbClr val="252525"/>
                </a:solidFill>
                <a:uFillTx/>
                <a:latin typeface="Calibri"/>
              </a:rPr>
              <a:t>et</a:t>
            </a:r>
            <a:r>
              <a:rPr lang="fr-FR" sz="2400" b="0" u="none" strike="noStrike" spc="-40">
                <a:solidFill>
                  <a:srgbClr val="252525"/>
                </a:solidFill>
                <a:uFillTx/>
                <a:latin typeface="Calibri"/>
              </a:rPr>
              <a:t> </a:t>
            </a:r>
            <a:r>
              <a:rPr lang="fr-FR" sz="2400" b="0" u="none" strike="noStrike">
                <a:solidFill>
                  <a:srgbClr val="252525"/>
                </a:solidFill>
                <a:uFillTx/>
                <a:latin typeface="Calibri"/>
              </a:rPr>
              <a:t>à</a:t>
            </a:r>
            <a:r>
              <a:rPr lang="fr-FR" sz="2400" b="0" u="none" strike="noStrike" spc="-26">
                <a:solidFill>
                  <a:srgbClr val="252525"/>
                </a:solidFill>
                <a:uFillTx/>
                <a:latin typeface="Calibri"/>
              </a:rPr>
              <a:t> </a:t>
            </a:r>
            <a:r>
              <a:rPr lang="fr-FR" sz="2400" b="0" u="none" strike="noStrike">
                <a:solidFill>
                  <a:srgbClr val="252525"/>
                </a:solidFill>
                <a:uFillTx/>
                <a:latin typeface="Calibri"/>
              </a:rPr>
              <a:t>disposition</a:t>
            </a:r>
            <a:r>
              <a:rPr lang="fr-FR" sz="2400" b="0" u="none" strike="noStrike" spc="-71">
                <a:solidFill>
                  <a:srgbClr val="252525"/>
                </a:solidFill>
                <a:uFillTx/>
                <a:latin typeface="Calibri"/>
              </a:rPr>
              <a:t> </a:t>
            </a:r>
            <a:r>
              <a:rPr lang="fr-FR" sz="2400" b="0" u="none" strike="noStrike" spc="-26">
                <a:solidFill>
                  <a:srgbClr val="252525"/>
                </a:solidFill>
                <a:uFillTx/>
                <a:latin typeface="Calibri"/>
              </a:rPr>
              <a:t>de </a:t>
            </a:r>
            <a:r>
              <a:rPr lang="fr-FR" sz="2400" b="0" u="none" strike="noStrike">
                <a:solidFill>
                  <a:srgbClr val="252525"/>
                </a:solidFill>
                <a:uFillTx/>
                <a:latin typeface="Calibri"/>
              </a:rPr>
              <a:t>l’utilisateur</a:t>
            </a:r>
            <a:r>
              <a:rPr lang="fr-FR" sz="2400" b="0" u="none" strike="noStrike" spc="-125">
                <a:solidFill>
                  <a:srgbClr val="252525"/>
                </a:solidFill>
                <a:uFillTx/>
                <a:latin typeface="Calibri"/>
              </a:rPr>
              <a:t> </a:t>
            </a:r>
            <a:r>
              <a:rPr lang="fr-FR" sz="2400" b="0" u="none" strike="noStrike">
                <a:solidFill>
                  <a:srgbClr val="252525"/>
                </a:solidFill>
                <a:uFillTx/>
                <a:latin typeface="Calibri"/>
              </a:rPr>
              <a:t>universellement</a:t>
            </a:r>
            <a:r>
              <a:rPr lang="fr-FR" sz="2400" b="0" u="none" strike="noStrike" spc="-119">
                <a:solidFill>
                  <a:srgbClr val="252525"/>
                </a:solidFill>
                <a:uFillTx/>
                <a:latin typeface="Calibri"/>
              </a:rPr>
              <a:t> </a:t>
            </a:r>
            <a:r>
              <a:rPr lang="fr-FR" sz="2400" b="0" u="none" strike="noStrike" spc="-26">
                <a:solidFill>
                  <a:srgbClr val="252525"/>
                </a:solidFill>
                <a:uFillTx/>
                <a:latin typeface="Calibri"/>
              </a:rPr>
              <a:t>et </a:t>
            </a:r>
            <a:r>
              <a:rPr lang="fr-FR" sz="2400" b="0" u="none" strike="noStrike">
                <a:solidFill>
                  <a:srgbClr val="252525"/>
                </a:solidFill>
                <a:uFillTx/>
                <a:latin typeface="Calibri"/>
              </a:rPr>
              <a:t>simplement</a:t>
            </a:r>
            <a:r>
              <a:rPr lang="fr-FR" sz="2400" b="0" u="none" strike="noStrike" spc="-31">
                <a:solidFill>
                  <a:srgbClr val="252525"/>
                </a:solidFill>
                <a:uFillTx/>
                <a:latin typeface="Calibri"/>
              </a:rPr>
              <a:t> </a:t>
            </a:r>
            <a:r>
              <a:rPr lang="fr-FR" sz="2400" b="0" u="none" strike="noStrike">
                <a:solidFill>
                  <a:srgbClr val="252525"/>
                </a:solidFill>
                <a:uFillTx/>
                <a:latin typeface="Calibri"/>
              </a:rPr>
              <a:t>à</a:t>
            </a:r>
            <a:r>
              <a:rPr lang="fr-FR" sz="2400" b="0" u="none" strike="noStrike" spc="-14">
                <a:solidFill>
                  <a:srgbClr val="252525"/>
                </a:solidFill>
                <a:uFillTx/>
                <a:latin typeface="Calibri"/>
              </a:rPr>
              <a:t> </a:t>
            </a:r>
            <a:r>
              <a:rPr lang="fr-FR" sz="2400" b="0" u="none" strike="noStrike">
                <a:solidFill>
                  <a:srgbClr val="252525"/>
                </a:solidFill>
                <a:uFillTx/>
                <a:latin typeface="Calibri"/>
              </a:rPr>
              <a:t>travers</a:t>
            </a:r>
            <a:r>
              <a:rPr lang="fr-FR" sz="2400" b="0" u="none" strike="noStrike" spc="-51">
                <a:solidFill>
                  <a:srgbClr val="252525"/>
                </a:solidFill>
                <a:uFillTx/>
                <a:latin typeface="Calibri"/>
              </a:rPr>
              <a:t> </a:t>
            </a:r>
            <a:r>
              <a:rPr lang="fr-FR" sz="2400" b="0" u="none" strike="noStrike">
                <a:solidFill>
                  <a:srgbClr val="252525"/>
                </a:solidFill>
                <a:uFillTx/>
                <a:latin typeface="Calibri"/>
              </a:rPr>
              <a:t>le</a:t>
            </a:r>
            <a:r>
              <a:rPr lang="fr-FR" sz="2400" b="0" u="none" strike="noStrike" spc="-31">
                <a:solidFill>
                  <a:srgbClr val="252525"/>
                </a:solidFill>
                <a:uFillTx/>
                <a:latin typeface="Calibri"/>
              </a:rPr>
              <a:t> </a:t>
            </a:r>
            <a:r>
              <a:rPr lang="fr-FR" sz="2400" b="0" u="none" strike="noStrike" spc="-11">
                <a:solidFill>
                  <a:srgbClr val="252525"/>
                </a:solidFill>
                <a:uFillTx/>
                <a:latin typeface="Calibri"/>
              </a:rPr>
              <a:t>réseau, </a:t>
            </a:r>
            <a:r>
              <a:rPr lang="fr-FR" sz="2400" b="0" u="none" strike="noStrike">
                <a:solidFill>
                  <a:srgbClr val="252525"/>
                </a:solidFill>
                <a:uFillTx/>
                <a:latin typeface="Calibri"/>
              </a:rPr>
              <a:t>quels</a:t>
            </a:r>
            <a:r>
              <a:rPr lang="fr-FR" sz="2400" b="0" u="none" strike="noStrike" spc="-51">
                <a:solidFill>
                  <a:srgbClr val="252525"/>
                </a:solidFill>
                <a:uFillTx/>
                <a:latin typeface="Calibri"/>
              </a:rPr>
              <a:t> </a:t>
            </a:r>
            <a:r>
              <a:rPr lang="fr-FR" sz="2400" b="0" u="none" strike="noStrike">
                <a:solidFill>
                  <a:srgbClr val="252525"/>
                </a:solidFill>
                <a:uFillTx/>
                <a:latin typeface="Calibri"/>
              </a:rPr>
              <a:t>que</a:t>
            </a:r>
            <a:r>
              <a:rPr lang="fr-FR" sz="2400" b="0" u="none" strike="noStrike" spc="-26">
                <a:solidFill>
                  <a:srgbClr val="252525"/>
                </a:solidFill>
                <a:uFillTx/>
                <a:latin typeface="Calibri"/>
              </a:rPr>
              <a:t> </a:t>
            </a:r>
            <a:r>
              <a:rPr lang="fr-FR" sz="2400" b="0" u="none" strike="noStrike">
                <a:solidFill>
                  <a:srgbClr val="252525"/>
                </a:solidFill>
                <a:uFillTx/>
                <a:latin typeface="Calibri"/>
              </a:rPr>
              <a:t>soient</a:t>
            </a:r>
            <a:r>
              <a:rPr lang="fr-FR" sz="2400" b="0" u="none" strike="noStrike" spc="-60">
                <a:solidFill>
                  <a:srgbClr val="252525"/>
                </a:solidFill>
                <a:uFillTx/>
                <a:latin typeface="Calibri"/>
              </a:rPr>
              <a:t> </a:t>
            </a:r>
            <a:r>
              <a:rPr lang="fr-FR" sz="2400" b="0" u="none" strike="noStrike">
                <a:solidFill>
                  <a:srgbClr val="252525"/>
                </a:solidFill>
                <a:uFillTx/>
                <a:latin typeface="Calibri"/>
              </a:rPr>
              <a:t>les</a:t>
            </a:r>
            <a:r>
              <a:rPr lang="fr-FR" sz="2400" b="0" u="none" strike="noStrike" spc="-40">
                <a:solidFill>
                  <a:srgbClr val="252525"/>
                </a:solidFill>
                <a:uFillTx/>
                <a:latin typeface="Calibri"/>
              </a:rPr>
              <a:t> </a:t>
            </a:r>
            <a:r>
              <a:rPr lang="fr-FR" sz="2400" b="0" u="none" strike="noStrike">
                <a:solidFill>
                  <a:srgbClr val="252525"/>
                </a:solidFill>
                <a:uFillTx/>
                <a:latin typeface="Calibri"/>
              </a:rPr>
              <a:t>clients</a:t>
            </a:r>
            <a:r>
              <a:rPr lang="fr-FR" sz="2400" b="0" u="none" strike="noStrike" spc="-34">
                <a:solidFill>
                  <a:srgbClr val="252525"/>
                </a:solidFill>
                <a:uFillTx/>
                <a:latin typeface="Calibri"/>
              </a:rPr>
              <a:t> </a:t>
            </a:r>
            <a:r>
              <a:rPr lang="fr-FR" sz="2400" b="0" u="none" strike="noStrike" spc="-11">
                <a:solidFill>
                  <a:srgbClr val="252525"/>
                </a:solidFill>
                <a:uFillTx/>
                <a:latin typeface="Calibri"/>
              </a:rPr>
              <a:t>utilisés </a:t>
            </a:r>
            <a:r>
              <a:rPr lang="fr-FR" sz="2400" b="0" u="none" strike="noStrike">
                <a:solidFill>
                  <a:srgbClr val="252525"/>
                </a:solidFill>
                <a:uFillTx/>
                <a:latin typeface="Calibri"/>
              </a:rPr>
              <a:t>(serveur,</a:t>
            </a:r>
            <a:r>
              <a:rPr lang="fr-FR" sz="2400" b="0" u="none" strike="noStrike" spc="-85">
                <a:solidFill>
                  <a:srgbClr val="252525"/>
                </a:solidFill>
                <a:uFillTx/>
                <a:latin typeface="Calibri"/>
              </a:rPr>
              <a:t> </a:t>
            </a:r>
            <a:r>
              <a:rPr lang="fr-FR" sz="2400" b="0" u="none" strike="noStrike">
                <a:solidFill>
                  <a:srgbClr val="252525"/>
                </a:solidFill>
                <a:uFillTx/>
                <a:latin typeface="Calibri"/>
              </a:rPr>
              <a:t>PC,</a:t>
            </a:r>
            <a:r>
              <a:rPr lang="fr-FR" sz="2400" b="0" u="none" strike="noStrike" spc="-54">
                <a:solidFill>
                  <a:srgbClr val="252525"/>
                </a:solidFill>
                <a:uFillTx/>
                <a:latin typeface="Calibri"/>
              </a:rPr>
              <a:t> </a:t>
            </a:r>
            <a:r>
              <a:rPr lang="fr-FR" sz="2400" b="0" u="none" strike="noStrike">
                <a:solidFill>
                  <a:srgbClr val="252525"/>
                </a:solidFill>
                <a:uFillTx/>
                <a:latin typeface="Calibri"/>
              </a:rPr>
              <a:t>client</a:t>
            </a:r>
            <a:r>
              <a:rPr lang="fr-FR" sz="2400" b="0" u="none" strike="noStrike" spc="-65">
                <a:solidFill>
                  <a:srgbClr val="252525"/>
                </a:solidFill>
                <a:uFillTx/>
                <a:latin typeface="Calibri"/>
              </a:rPr>
              <a:t> </a:t>
            </a:r>
            <a:r>
              <a:rPr lang="fr-FR" sz="2400" b="0" u="none" strike="noStrike">
                <a:solidFill>
                  <a:srgbClr val="252525"/>
                </a:solidFill>
                <a:uFillTx/>
                <a:latin typeface="Calibri"/>
              </a:rPr>
              <a:t>mobile,</a:t>
            </a:r>
            <a:r>
              <a:rPr lang="fr-FR" sz="2400" b="0" u="none" strike="noStrike" spc="-74">
                <a:solidFill>
                  <a:srgbClr val="252525"/>
                </a:solidFill>
                <a:uFillTx/>
                <a:latin typeface="Calibri"/>
              </a:rPr>
              <a:t> </a:t>
            </a:r>
            <a:r>
              <a:rPr lang="fr-FR" sz="2400" b="0" u="none" strike="noStrike" spc="-20">
                <a:solidFill>
                  <a:srgbClr val="252525"/>
                </a:solidFill>
                <a:uFillTx/>
                <a:latin typeface="Calibri"/>
              </a:rPr>
              <a:t>etc.)</a:t>
            </a:r>
            <a:endParaRPr lang="fr-FR" sz="2400" b="0" u="none" strike="noStrike">
              <a:solidFill>
                <a:srgbClr val="000000"/>
              </a:solidFill>
              <a:uFillTx/>
              <a:latin typeface="Calibri"/>
              <a:ea typeface="Microsoft YaHei"/>
            </a:endParaRPr>
          </a:p>
        </p:txBody>
      </p:sp>
      <p:sp>
        <p:nvSpPr>
          <p:cNvPr id="5" name="PlaceHolder 4"/>
          <p:cNvSpPr>
            <a:spLocks noGrp="1"/>
          </p:cNvSpPr>
          <p:nvPr>
            <p:ph type="sldNum" idx="44"/>
          </p:nvPr>
        </p:nvSpPr>
        <p:spPr/>
        <p:txBody>
          <a:bodyPr/>
          <a:lstStyle/>
          <a:p>
            <a:fld id="{F9EEE607-F6FA-4DCC-96E2-0686358C4AF3}" type="slidenum">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5 caractéristiques</a:t>
            </a:r>
            <a:endParaRPr lang="fr-FR" sz="3200" b="0" u="none" strike="noStrike">
              <a:solidFill>
                <a:srgbClr val="000000"/>
              </a:solidFill>
              <a:uFillTx/>
              <a:latin typeface="Arial"/>
            </a:endParaRPr>
          </a:p>
        </p:txBody>
      </p:sp>
      <p:sp>
        <p:nvSpPr>
          <p:cNvPr id="448" name="PlaceHolder 2"/>
          <p:cNvSpPr>
            <a:spLocks noGrp="1"/>
          </p:cNvSpPr>
          <p:nvPr>
            <p:ph type="dt" idx="65"/>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49"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50" name="object 23"/>
          <p:cNvSpPr/>
          <p:nvPr/>
        </p:nvSpPr>
        <p:spPr>
          <a:xfrm>
            <a:off x="900000" y="1440000"/>
            <a:ext cx="9899640" cy="165852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a:lnSpc>
                <a:spcPct val="150000"/>
              </a:lnSpc>
              <a:tabLst>
                <a:tab pos="756360" algn="l"/>
              </a:tabLst>
            </a:pPr>
            <a:r>
              <a:rPr lang="fr-FR" sz="2400" b="1" u="none" strike="noStrike" spc="-26">
                <a:solidFill>
                  <a:srgbClr val="252525"/>
                </a:solidFill>
                <a:uFillTx/>
                <a:latin typeface="Calibri"/>
              </a:rPr>
              <a:t>3.</a:t>
            </a:r>
            <a:r>
              <a:rPr lang="fr-FR" sz="2400" b="1" u="none" strike="noStrike">
                <a:solidFill>
                  <a:srgbClr val="252525"/>
                </a:solidFill>
                <a:uFillTx/>
                <a:latin typeface="Calibri"/>
              </a:rPr>
              <a:t>	Mutualisation des ressources</a:t>
            </a:r>
            <a:endParaRPr lang="fr-FR" sz="2400" b="0" u="none" strike="noStrike">
              <a:solidFill>
                <a:srgbClr val="000000"/>
              </a:solidFill>
              <a:uFillTx/>
              <a:latin typeface="Calibri"/>
              <a:ea typeface="Microsoft YaHei"/>
            </a:endParaRPr>
          </a:p>
          <a:p>
            <a:pPr marL="12600">
              <a:lnSpc>
                <a:spcPct val="150000"/>
              </a:lnSpc>
              <a:tabLst>
                <a:tab pos="756360" algn="l"/>
              </a:tabLst>
            </a:pPr>
            <a:r>
              <a:rPr lang="fr-FR" sz="2400" b="0" u="none" strike="noStrike">
                <a:solidFill>
                  <a:srgbClr val="252525"/>
                </a:solidFill>
                <a:uFillTx/>
                <a:latin typeface="Calibri"/>
              </a:rPr>
              <a:t>Les    ressources    matérielles    du fournisseur  sont  partagées  entre  les différents utilisateurs du service.</a:t>
            </a:r>
            <a:endParaRPr lang="fr-FR" sz="2400" b="0" u="none" strike="noStrike">
              <a:solidFill>
                <a:srgbClr val="000000"/>
              </a:solidFill>
              <a:uFillTx/>
              <a:latin typeface="Calibri"/>
              <a:ea typeface="Microsoft YaHei"/>
            </a:endParaRPr>
          </a:p>
        </p:txBody>
      </p:sp>
      <p:sp>
        <p:nvSpPr>
          <p:cNvPr id="451" name="object 24"/>
          <p:cNvSpPr/>
          <p:nvPr/>
        </p:nvSpPr>
        <p:spPr>
          <a:xfrm>
            <a:off x="953280" y="3492000"/>
            <a:ext cx="10206360" cy="220716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a:lnSpc>
                <a:spcPct val="150000"/>
              </a:lnSpc>
            </a:pPr>
            <a:r>
              <a:rPr lang="fr-FR" sz="2400" b="1" u="none" strike="noStrike">
                <a:solidFill>
                  <a:srgbClr val="252525"/>
                </a:solidFill>
                <a:uFillTx/>
                <a:latin typeface="Calibri"/>
              </a:rPr>
              <a:t>4.	Adaptabilité rapide</a:t>
            </a:r>
            <a:endParaRPr lang="fr-FR" sz="2400" b="0" u="none" strike="noStrike">
              <a:solidFill>
                <a:srgbClr val="000000"/>
              </a:solidFill>
              <a:uFillTx/>
              <a:latin typeface="Calibri"/>
            </a:endParaRPr>
          </a:p>
          <a:p>
            <a:pPr marL="12600" indent="-216000">
              <a:lnSpc>
                <a:spcPct val="150000"/>
              </a:lnSpc>
              <a:buClr>
                <a:srgbClr val="252525"/>
              </a:buClr>
              <a:buFont typeface="Symbol" charset="2"/>
              <a:buChar char=""/>
            </a:pPr>
            <a:r>
              <a:rPr lang="fr-FR" sz="2400" b="0" u="none" strike="noStrike">
                <a:solidFill>
                  <a:srgbClr val="252525"/>
                </a:solidFill>
                <a:uFillTx/>
                <a:latin typeface="Calibri"/>
              </a:rPr>
              <a:t> L’une des caractéristiques du cloud computing est l’élasticité des ressources.</a:t>
            </a:r>
            <a:endParaRPr lang="fr-FR" sz="2400" b="0" u="none" strike="noStrike">
              <a:solidFill>
                <a:srgbClr val="000000"/>
              </a:solidFill>
              <a:uFillTx/>
              <a:latin typeface="Calibri"/>
            </a:endParaRPr>
          </a:p>
          <a:p>
            <a:pPr marL="12600" indent="-216000">
              <a:lnSpc>
                <a:spcPct val="150000"/>
              </a:lnSpc>
              <a:buClr>
                <a:srgbClr val="252525"/>
              </a:buClr>
              <a:buFont typeface="Symbol" charset="2"/>
              <a:buChar char=""/>
            </a:pPr>
            <a:r>
              <a:rPr lang="fr-FR" sz="2400" b="0" u="none" strike="noStrike">
                <a:solidFill>
                  <a:srgbClr val="252525"/>
                </a:solidFill>
                <a:uFillTx/>
                <a:latin typeface="Calibri"/>
              </a:rPr>
              <a:t>Les ressources peuvent augmenter et diminuer rapidement selon la demande du client.</a:t>
            </a:r>
            <a:endParaRPr lang="fr-FR" sz="2400" b="0" u="none" strike="noStrike">
              <a:solidFill>
                <a:srgbClr val="000000"/>
              </a:solidFill>
              <a:uFillTx/>
              <a:latin typeface="Calibri"/>
            </a:endParaRPr>
          </a:p>
        </p:txBody>
      </p:sp>
      <p:sp>
        <p:nvSpPr>
          <p:cNvPr id="5" name="PlaceHolder 4"/>
          <p:cNvSpPr>
            <a:spLocks noGrp="1"/>
          </p:cNvSpPr>
          <p:nvPr>
            <p:ph type="sldNum" idx="44"/>
          </p:nvPr>
        </p:nvSpPr>
        <p:spPr/>
        <p:txBody>
          <a:bodyPr/>
          <a:lstStyle/>
          <a:p>
            <a:fld id="{55DFF2DF-957C-43C6-BE4C-B76099F91C8F}" type="slidenum">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5 caractéristiques</a:t>
            </a:r>
            <a:endParaRPr lang="fr-FR" sz="3200" b="0" u="none" strike="noStrike">
              <a:solidFill>
                <a:srgbClr val="000000"/>
              </a:solidFill>
              <a:uFillTx/>
              <a:latin typeface="Arial"/>
            </a:endParaRPr>
          </a:p>
        </p:txBody>
      </p:sp>
      <p:sp>
        <p:nvSpPr>
          <p:cNvPr id="453" name="PlaceHolder 2"/>
          <p:cNvSpPr>
            <a:spLocks noGrp="1"/>
          </p:cNvSpPr>
          <p:nvPr>
            <p:ph type="dt" idx="66"/>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54"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55" name="object 26"/>
          <p:cNvSpPr/>
          <p:nvPr/>
        </p:nvSpPr>
        <p:spPr>
          <a:xfrm>
            <a:off x="953280" y="1548000"/>
            <a:ext cx="10206360" cy="220644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a:lnSpc>
                <a:spcPct val="150000"/>
              </a:lnSpc>
            </a:pPr>
            <a:r>
              <a:rPr lang="fr-FR" sz="2400" b="1" u="none" strike="noStrike">
                <a:solidFill>
                  <a:srgbClr val="252525"/>
                </a:solidFill>
                <a:uFillTx/>
                <a:latin typeface="Calibri"/>
              </a:rPr>
              <a:t>5.	Paiement à l’usage</a:t>
            </a:r>
            <a:endParaRPr lang="fr-FR" sz="2400" b="0" u="none" strike="noStrike">
              <a:solidFill>
                <a:srgbClr val="000000"/>
              </a:solidFill>
              <a:uFillTx/>
              <a:latin typeface="Calibri"/>
            </a:endParaRPr>
          </a:p>
          <a:p>
            <a:pPr marL="12600" indent="-216000">
              <a:lnSpc>
                <a:spcPct val="150000"/>
              </a:lnSpc>
              <a:buClr>
                <a:srgbClr val="252525"/>
              </a:buClr>
              <a:buFont typeface="Symbol" charset="2"/>
              <a:buChar char=""/>
            </a:pPr>
            <a:r>
              <a:rPr lang="fr-FR" sz="2400" b="0" u="none" strike="noStrike">
                <a:solidFill>
                  <a:srgbClr val="252525"/>
                </a:solidFill>
                <a:uFillTx/>
                <a:latin typeface="Calibri"/>
              </a:rPr>
              <a:t>Les services sont facturés</a:t>
            </a:r>
            <a:endParaRPr lang="fr-FR" sz="2400" b="0" u="none" strike="noStrike">
              <a:solidFill>
                <a:srgbClr val="000000"/>
              </a:solidFill>
              <a:uFillTx/>
              <a:latin typeface="Calibri"/>
            </a:endParaRPr>
          </a:p>
          <a:p>
            <a:pPr marL="12600" indent="-216000">
              <a:lnSpc>
                <a:spcPct val="150000"/>
              </a:lnSpc>
              <a:buClr>
                <a:srgbClr val="252525"/>
              </a:buClr>
              <a:buFont typeface="Symbol" charset="2"/>
              <a:buChar char=""/>
            </a:pPr>
            <a:r>
              <a:rPr lang="fr-FR" sz="2400" b="0" u="none" strike="noStrike">
                <a:solidFill>
                  <a:srgbClr val="252525"/>
                </a:solidFill>
                <a:uFillTx/>
                <a:latin typeface="Calibri"/>
              </a:rPr>
              <a:t>Les utilisateurs paient seulement le service utilisé</a:t>
            </a:r>
            <a:endParaRPr lang="fr-FR" sz="2400" b="0" u="none" strike="noStrike">
              <a:solidFill>
                <a:srgbClr val="000000"/>
              </a:solidFill>
              <a:uFillTx/>
              <a:latin typeface="Calibri"/>
            </a:endParaRPr>
          </a:p>
          <a:p>
            <a:pPr marL="12600" indent="-216000">
              <a:lnSpc>
                <a:spcPct val="150000"/>
              </a:lnSpc>
              <a:buClr>
                <a:srgbClr val="252525"/>
              </a:buClr>
              <a:buFont typeface="Symbol" charset="2"/>
              <a:buChar char=""/>
            </a:pPr>
            <a:r>
              <a:rPr lang="fr-FR" sz="2400" b="0" u="none" strike="noStrike">
                <a:solidFill>
                  <a:srgbClr val="252525"/>
                </a:solidFill>
                <a:uFillTx/>
                <a:latin typeface="Calibri"/>
              </a:rPr>
              <a:t>Les services peuvent être annulés à tout moment</a:t>
            </a:r>
            <a:endParaRPr lang="fr-FR" sz="2400" b="0" u="none" strike="noStrike">
              <a:solidFill>
                <a:srgbClr val="000000"/>
              </a:solidFill>
              <a:uFillTx/>
              <a:latin typeface="Calibri"/>
            </a:endParaRPr>
          </a:p>
        </p:txBody>
      </p:sp>
      <p:sp>
        <p:nvSpPr>
          <p:cNvPr id="5" name="PlaceHolder 4"/>
          <p:cNvSpPr>
            <a:spLocks noGrp="1"/>
          </p:cNvSpPr>
          <p:nvPr>
            <p:ph type="sldNum" idx="44"/>
          </p:nvPr>
        </p:nvSpPr>
        <p:spPr/>
        <p:txBody>
          <a:bodyPr/>
          <a:lstStyle/>
          <a:p>
            <a:fld id="{59AF45CD-B2F6-4D8E-9CCE-3F4C1F9F5DB5}" type="slidenum">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Principaux avantages du Cloud</a:t>
            </a:r>
            <a:endParaRPr lang="fr-FR" sz="3200" b="0" u="none" strike="noStrike">
              <a:solidFill>
                <a:srgbClr val="000000"/>
              </a:solidFill>
              <a:uFillTx/>
              <a:latin typeface="Arial"/>
            </a:endParaRPr>
          </a:p>
        </p:txBody>
      </p:sp>
      <p:sp>
        <p:nvSpPr>
          <p:cNvPr id="457" name="PlaceHolder 2"/>
          <p:cNvSpPr>
            <a:spLocks noGrp="1"/>
          </p:cNvSpPr>
          <p:nvPr>
            <p:ph type="dt" idx="67"/>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58"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59" name="PlaceHolder 9"/>
          <p:cNvSpPr txBox="1"/>
          <p:nvPr/>
        </p:nvSpPr>
        <p:spPr>
          <a:xfrm>
            <a:off x="900000" y="1769400"/>
            <a:ext cx="10514880" cy="4350600"/>
          </a:xfrm>
          <a:prstGeom prst="rect">
            <a:avLst/>
          </a:prstGeom>
          <a:noFill/>
          <a:ln w="0">
            <a:noFill/>
          </a:ln>
        </p:spPr>
        <p:txBody>
          <a:bodyPr anchor="t">
            <a:noAutofit/>
          </a:bodyPr>
          <a:lstStyle/>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Flexibilité</a:t>
            </a:r>
            <a:r>
              <a:rPr lang="fr-FR" sz="2400" b="0" u="none" strike="noStrike">
                <a:solidFill>
                  <a:srgbClr val="000000"/>
                </a:solidFill>
                <a:uFillTx/>
                <a:latin typeface="Calibri"/>
                <a:ea typeface="Calibri"/>
              </a:rPr>
              <a:t> : possibilité d’adapter rapidement les ressources (machines virtuelles, stockage, services) en fonction des besoins de l’entreprise ou du projet.</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Élasticité</a:t>
            </a:r>
            <a:r>
              <a:rPr lang="fr-FR" sz="2400" b="0" u="none" strike="noStrike">
                <a:solidFill>
                  <a:srgbClr val="000000"/>
                </a:solidFill>
                <a:uFillTx/>
                <a:latin typeface="Calibri"/>
                <a:ea typeface="Calibri"/>
              </a:rPr>
              <a:t> : montée ou descente en charge automatique selon la demande (par exemple pendant un pic d’utilisateurs, les ressources augmentent sans intervention manuelle).</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Réduction des coûts</a:t>
            </a:r>
            <a:r>
              <a:rPr lang="fr-FR" sz="2400" b="0" u="none" strike="noStrike">
                <a:solidFill>
                  <a:srgbClr val="000000"/>
                </a:solidFill>
                <a:uFillTx/>
                <a:latin typeface="Calibri"/>
                <a:ea typeface="Calibri"/>
              </a:rPr>
              <a:t> : pas besoin d’investir lourdement dans une infrastructure matérielle ; paiement à l’usage (pay-as-you-go), ce qui optimise les dépenses.</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Accessibilité</a:t>
            </a:r>
            <a:r>
              <a:rPr lang="fr-FR" sz="2400" b="0" u="none" strike="noStrike">
                <a:solidFill>
                  <a:srgbClr val="000000"/>
                </a:solidFill>
                <a:uFillTx/>
                <a:latin typeface="Calibri"/>
                <a:ea typeface="Calibri"/>
              </a:rPr>
              <a:t> : accès aux données et aux applications depuis n’importe quel endroit et appareil connecté à Internet, favorisant le travail collaboratif et à distance.</a:t>
            </a:r>
            <a:endParaRPr lang="fr-FR" sz="2400" b="0" u="none" strike="noStrike">
              <a:solidFill>
                <a:srgbClr val="000000"/>
              </a:solidFill>
              <a:uFillTx/>
              <a:latin typeface="Arial"/>
            </a:endParaRPr>
          </a:p>
        </p:txBody>
      </p:sp>
      <p:sp>
        <p:nvSpPr>
          <p:cNvPr id="5" name="PlaceHolder 4"/>
          <p:cNvSpPr>
            <a:spLocks noGrp="1"/>
          </p:cNvSpPr>
          <p:nvPr>
            <p:ph type="sldNum" idx="44"/>
          </p:nvPr>
        </p:nvSpPr>
        <p:spPr/>
        <p:txBody>
          <a:bodyPr/>
          <a:lstStyle/>
          <a:p>
            <a:fld id="{D9A25431-C6BE-4514-86B8-248366418CCD}" type="slidenum">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Limites et défis du Cloud </a:t>
            </a:r>
            <a:endParaRPr lang="fr-FR" sz="3200" b="0" u="none" strike="noStrike">
              <a:solidFill>
                <a:srgbClr val="000000"/>
              </a:solidFill>
              <a:uFillTx/>
              <a:latin typeface="Arial"/>
            </a:endParaRPr>
          </a:p>
        </p:txBody>
      </p:sp>
      <p:sp>
        <p:nvSpPr>
          <p:cNvPr id="461" name="PlaceHolder 2"/>
          <p:cNvSpPr>
            <a:spLocks noGrp="1"/>
          </p:cNvSpPr>
          <p:nvPr>
            <p:ph type="dt" idx="68"/>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62"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63" name="PlaceHolder 13"/>
          <p:cNvSpPr txBox="1"/>
          <p:nvPr/>
        </p:nvSpPr>
        <p:spPr>
          <a:xfrm>
            <a:off x="900000" y="1769400"/>
            <a:ext cx="10514880" cy="4350600"/>
          </a:xfrm>
          <a:prstGeom prst="rect">
            <a:avLst/>
          </a:prstGeom>
          <a:noFill/>
          <a:ln w="0">
            <a:noFill/>
          </a:ln>
        </p:spPr>
        <p:txBody>
          <a:bodyPr anchor="t">
            <a:noAutofit/>
          </a:bodyPr>
          <a:lstStyle/>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Sécurité et confidentialité</a:t>
            </a:r>
            <a:r>
              <a:rPr lang="fr-FR" sz="2400" b="0" u="none" strike="noStrike">
                <a:solidFill>
                  <a:srgbClr val="000000"/>
                </a:solidFill>
                <a:uFillTx/>
                <a:latin typeface="Calibri"/>
                <a:ea typeface="Calibri"/>
              </a:rPr>
              <a:t> : les données sensibles stockées à distance peuvent être exposées à des risques (cyberattaques, fuites, mauvaise configuration).</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Dépendance au fournisseur</a:t>
            </a:r>
            <a:r>
              <a:rPr lang="fr-FR" sz="2400" b="0" u="none" strike="noStrike">
                <a:solidFill>
                  <a:srgbClr val="000000"/>
                </a:solidFill>
                <a:uFillTx/>
                <a:latin typeface="Calibri"/>
                <a:ea typeface="Calibri"/>
              </a:rPr>
              <a:t> (vendor lock-in) : difficulté de changer de prestataire ou de migrer vers une autre plateforme en raison de formats propriétaires ou services spécifiques.</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Disponibilité et pannes</a:t>
            </a:r>
            <a:r>
              <a:rPr lang="fr-FR" sz="2400" b="0" u="none" strike="noStrike">
                <a:solidFill>
                  <a:srgbClr val="000000"/>
                </a:solidFill>
                <a:uFillTx/>
                <a:latin typeface="Calibri"/>
                <a:ea typeface="Calibri"/>
              </a:rPr>
              <a:t> : même si la fiabilité est élevée, des interruptions de service (outages) peuvent survenir, impactant l’activité.</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Conformité et réglementation</a:t>
            </a:r>
            <a:r>
              <a:rPr lang="fr-FR" sz="2400" b="0" u="none" strike="noStrike">
                <a:solidFill>
                  <a:srgbClr val="000000"/>
                </a:solidFill>
                <a:uFillTx/>
                <a:latin typeface="Calibri"/>
                <a:ea typeface="Calibri"/>
              </a:rPr>
              <a:t> : nécessité de respecter les lois locales et internationales (RGPD, localisation des données, normes sectorielles).</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endParaRPr lang="fr-FR" sz="2400" b="0" u="none" strike="noStrike">
              <a:solidFill>
                <a:srgbClr val="000000"/>
              </a:solidFill>
              <a:uFillTx/>
              <a:latin typeface="Arial"/>
            </a:endParaRPr>
          </a:p>
        </p:txBody>
      </p:sp>
      <p:sp>
        <p:nvSpPr>
          <p:cNvPr id="5" name="PlaceHolder 4"/>
          <p:cNvSpPr>
            <a:spLocks noGrp="1"/>
          </p:cNvSpPr>
          <p:nvPr>
            <p:ph type="sldNum" idx="44"/>
          </p:nvPr>
        </p:nvSpPr>
        <p:spPr/>
        <p:txBody>
          <a:bodyPr/>
          <a:lstStyle/>
          <a:p>
            <a:fld id="{291D8D7B-2525-488E-8A5A-F4C195919BF2}" type="slidenum">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838080" y="510480"/>
            <a:ext cx="10514880" cy="103752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fr-FR" sz="3200" b="0" u="none" strike="noStrike">
                <a:solidFill>
                  <a:srgbClr val="5B5B79"/>
                </a:solidFill>
                <a:uFillTx/>
                <a:latin typeface="Georgia"/>
              </a:rPr>
              <a:t>Limites et défis du Cloud </a:t>
            </a:r>
            <a:endParaRPr lang="fr-FR" sz="3200" b="0" u="none" strike="noStrike">
              <a:solidFill>
                <a:srgbClr val="000000"/>
              </a:solidFill>
              <a:uFillTx/>
              <a:latin typeface="Arial"/>
            </a:endParaRPr>
          </a:p>
        </p:txBody>
      </p:sp>
      <p:sp>
        <p:nvSpPr>
          <p:cNvPr id="465" name="PlaceHolder 2"/>
          <p:cNvSpPr>
            <a:spLocks noGrp="1"/>
          </p:cNvSpPr>
          <p:nvPr>
            <p:ph type="dt" idx="69"/>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66" name="PlaceHolder 3"/>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67" name="PlaceHolder 17"/>
          <p:cNvSpPr txBox="1"/>
          <p:nvPr/>
        </p:nvSpPr>
        <p:spPr>
          <a:xfrm>
            <a:off x="900000" y="1769400"/>
            <a:ext cx="10514880" cy="4350600"/>
          </a:xfrm>
          <a:prstGeom prst="rect">
            <a:avLst/>
          </a:prstGeom>
          <a:noFill/>
          <a:ln w="0">
            <a:noFill/>
          </a:ln>
        </p:spPr>
        <p:txBody>
          <a:bodyPr anchor="t">
            <a:noAutofit/>
          </a:bodyPr>
          <a:lstStyle/>
          <a:p>
            <a:pPr marL="216000" indent="-216000" defTabSz="914400">
              <a:lnSpc>
                <a:spcPct val="90000"/>
              </a:lnSpc>
              <a:spcBef>
                <a:spcPts val="1001"/>
              </a:spcBef>
              <a:buClr>
                <a:srgbClr val="000000"/>
              </a:buClr>
              <a:buSzPct val="45000"/>
              <a:buFont typeface="Wingdings" charset="2"/>
              <a:buChar char=""/>
              <a:tabLst>
                <a:tab pos="0" algn="l"/>
              </a:tabLst>
            </a:pP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Latence et performance</a:t>
            </a:r>
            <a:r>
              <a:rPr lang="fr-FR" sz="2400" b="0" u="none" strike="noStrike">
                <a:solidFill>
                  <a:srgbClr val="000000"/>
                </a:solidFill>
                <a:uFillTx/>
                <a:latin typeface="Calibri"/>
                <a:ea typeface="Calibri"/>
              </a:rPr>
              <a:t> : dépendance à la qualité de la connexion Internet ; des délais peuvent apparaître pour certaines applications critiques.</a:t>
            </a:r>
            <a:endParaRPr lang="fr-FR" sz="2400" b="0" u="none" strike="noStrike">
              <a:solidFill>
                <a:srgbClr val="000000"/>
              </a:solidFill>
              <a:uFillTx/>
              <a:latin typeface="Arial"/>
            </a:endParaRPr>
          </a:p>
          <a:p>
            <a:pPr marL="216000" indent="-216000" defTabSz="914400">
              <a:lnSpc>
                <a:spcPct val="90000"/>
              </a:lnSpc>
              <a:spcBef>
                <a:spcPts val="1001"/>
              </a:spcBef>
              <a:buClr>
                <a:srgbClr val="000000"/>
              </a:buClr>
              <a:buSzPct val="45000"/>
              <a:buFont typeface="Wingdings" charset="2"/>
              <a:buChar char=""/>
              <a:tabLst>
                <a:tab pos="0" algn="l"/>
              </a:tabLst>
            </a:pPr>
            <a:r>
              <a:rPr lang="fr-FR" sz="2400" b="1" u="none" strike="noStrike">
                <a:solidFill>
                  <a:srgbClr val="000000"/>
                </a:solidFill>
                <a:uFillTx/>
                <a:latin typeface="Calibri"/>
                <a:ea typeface="Calibri"/>
              </a:rPr>
              <a:t>Coûts imprévus</a:t>
            </a:r>
            <a:r>
              <a:rPr lang="fr-FR" sz="2400" b="0" u="none" strike="noStrike">
                <a:solidFill>
                  <a:srgbClr val="000000"/>
                </a:solidFill>
                <a:uFillTx/>
                <a:latin typeface="Calibri"/>
                <a:ea typeface="Calibri"/>
              </a:rPr>
              <a:t> : bien que le modèle “à la demande” soit économique, une mauvaise gestion des ressources peut entraîner une facture plus élevée que prévu.</a:t>
            </a:r>
            <a:endParaRPr lang="fr-FR" sz="2400" b="0" u="none" strike="noStrike">
              <a:solidFill>
                <a:srgbClr val="000000"/>
              </a:solidFill>
              <a:uFillTx/>
              <a:latin typeface="Arial"/>
            </a:endParaRPr>
          </a:p>
        </p:txBody>
      </p:sp>
      <p:sp>
        <p:nvSpPr>
          <p:cNvPr id="5" name="PlaceHolder 4"/>
          <p:cNvSpPr>
            <a:spLocks noGrp="1"/>
          </p:cNvSpPr>
          <p:nvPr>
            <p:ph type="sldNum" idx="44"/>
          </p:nvPr>
        </p:nvSpPr>
        <p:spPr/>
        <p:txBody>
          <a:bodyPr/>
          <a:lstStyle/>
          <a:p>
            <a:fld id="{B1D7A07B-9606-432D-A1BB-A42F059401BB}" type="slidenum">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PlaceHolder 1"/>
          <p:cNvSpPr>
            <a:spLocks noGrp="1"/>
          </p:cNvSpPr>
          <p:nvPr>
            <p:ph type="dt" idx="70"/>
          </p:nvPr>
        </p:nvSpPr>
        <p:spPr>
          <a:xfrm>
            <a:off x="838080" y="6356520"/>
            <a:ext cx="274248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fr-FR" sz="1200" b="0" u="none" strike="noStrike">
                <a:solidFill>
                  <a:schemeClr val="dk1">
                    <a:tint val="82000"/>
                  </a:schemeClr>
                </a:solidFill>
                <a:uFillTx/>
                <a:latin typeface="Aptos"/>
              </a:defRPr>
            </a:lvl1pPr>
          </a:lstStyle>
          <a:p>
            <a:pPr indent="0" defTabSz="914400">
              <a:lnSpc>
                <a:spcPct val="100000"/>
              </a:lnSpc>
              <a:buNone/>
              <a:tabLst>
                <a:tab pos="0" algn="l"/>
              </a:tabLst>
            </a:pPr>
            <a:r>
              <a:rPr lang="fr-FR" sz="1200" b="0" u="none" strike="noStrike">
                <a:solidFill>
                  <a:schemeClr val="dk1">
                    <a:tint val="82000"/>
                  </a:schemeClr>
                </a:solidFill>
                <a:uFillTx/>
                <a:latin typeface="Aptos"/>
              </a:rPr>
              <a:t>2025</a:t>
            </a:r>
            <a:endParaRPr lang="fr-FR" sz="1200" b="0" u="none" strike="noStrike">
              <a:solidFill>
                <a:srgbClr val="000000"/>
              </a:solidFill>
              <a:uFillTx/>
              <a:latin typeface="Times New Roman"/>
            </a:endParaRPr>
          </a:p>
        </p:txBody>
      </p:sp>
      <p:sp>
        <p:nvSpPr>
          <p:cNvPr id="469" name="PlaceHolder 2"/>
          <p:cNvSpPr>
            <a:spLocks noGrp="1"/>
          </p:cNvSpPr>
          <p:nvPr>
            <p:ph/>
          </p:nvPr>
        </p:nvSpPr>
        <p:spPr>
          <a:xfrm>
            <a:off x="4252680" y="6352560"/>
            <a:ext cx="4114080" cy="364320"/>
          </a:xfrm>
          <a:prstGeom prst="rect">
            <a:avLst/>
          </a:prstGeom>
          <a:noFill/>
          <a:ln w="0">
            <a:noFill/>
          </a:ln>
        </p:spPr>
        <p:txBody>
          <a:bodyPr lIns="91440" tIns="45720" rIns="91440" bIns="45720" anchor="ctr">
            <a:noAutofit/>
          </a:bodyPr>
          <a:lstStyle/>
          <a:p>
            <a:pPr indent="0" algn="ctr" defTabSz="914400">
              <a:lnSpc>
                <a:spcPct val="90000"/>
              </a:lnSpc>
              <a:spcBef>
                <a:spcPts val="1001"/>
              </a:spcBef>
              <a:buNone/>
              <a:tabLst>
                <a:tab pos="0" algn="l"/>
              </a:tabLst>
            </a:pPr>
            <a:r>
              <a:rPr lang="fr-FR" sz="1200" b="0" u="none" strike="noStrike">
                <a:solidFill>
                  <a:schemeClr val="lt1">
                    <a:lumMod val="50000"/>
                  </a:schemeClr>
                </a:solidFill>
                <a:uFillTx/>
                <a:latin typeface="Calibri"/>
                <a:ea typeface="Calibri"/>
              </a:rPr>
              <a:t>Titre du cours</a:t>
            </a:r>
            <a:endParaRPr lang="fr-FR" sz="1200" b="0" u="none" strike="noStrike">
              <a:solidFill>
                <a:srgbClr val="000000"/>
              </a:solidFill>
              <a:uFillTx/>
              <a:latin typeface="Arial"/>
            </a:endParaRPr>
          </a:p>
        </p:txBody>
      </p:sp>
      <p:sp>
        <p:nvSpPr>
          <p:cNvPr id="470" name="PlaceHolder 3"/>
          <p:cNvSpPr>
            <a:spLocks noGrp="1"/>
          </p:cNvSpPr>
          <p:nvPr>
            <p:ph/>
          </p:nvPr>
        </p:nvSpPr>
        <p:spPr>
          <a:xfrm>
            <a:off x="5527440" y="4413960"/>
            <a:ext cx="3701160" cy="58824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fr-FR" sz="1400" b="0" u="sng" strike="noStrike">
                <a:solidFill>
                  <a:srgbClr val="2987B1"/>
                </a:solidFill>
                <a:uFillTx/>
                <a:latin typeface="Georgia"/>
                <a:ea typeface="Calibri"/>
              </a:rPr>
              <a:t>pedagogie@caplogy.com</a:t>
            </a:r>
            <a:endParaRPr lang="fr-FR" sz="1400" b="0" u="none" strike="noStrike">
              <a:solidFill>
                <a:srgbClr val="000000"/>
              </a:solidFill>
              <a:uFillTx/>
              <a:latin typeface="Arial"/>
            </a:endParaRPr>
          </a:p>
        </p:txBody>
      </p:sp>
      <p:sp>
        <p:nvSpPr>
          <p:cNvPr id="5" name="PlaceHolder 4"/>
          <p:cNvSpPr>
            <a:spLocks noGrp="1"/>
          </p:cNvSpPr>
          <p:nvPr>
            <p:ph type="sldNum" idx="24"/>
          </p:nvPr>
        </p:nvSpPr>
        <p:spPr/>
        <p:txBody>
          <a:bodyPr/>
          <a:lstStyle/>
          <a:p>
            <a:fld id="{3088103E-61BA-42C6-839F-9AE68FF1C19E}" type="slidenum">
              <a:t>25</a:t>
            </a:fld>
            <a:endParaRPr/>
          </a:p>
        </p:txBody>
      </p:sp>
    </p:spTree>
  </p:cSld>
  <p:clrMapOvr>
    <a:masterClrMapping/>
  </p:clrMapOvr>
</p:sld>
</file>

<file path=ppt/theme/theme1.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764</TotalTime>
  <Words>1154</Words>
  <Application>Microsoft Office PowerPoint</Application>
  <PresentationFormat>Grand écran</PresentationFormat>
  <Paragraphs>188</Paragraphs>
  <Slides>25</Slides>
  <Notes>1</Notes>
  <HiddenSlides>0</HiddenSlides>
  <MMClips>0</MMClips>
  <ScaleCrop>false</ScaleCrop>
  <HeadingPairs>
    <vt:vector size="6" baseType="variant">
      <vt:variant>
        <vt:lpstr>Polices utilisées</vt:lpstr>
      </vt:variant>
      <vt:variant>
        <vt:i4>8</vt:i4>
      </vt:variant>
      <vt:variant>
        <vt:lpstr>Thème</vt:lpstr>
      </vt:variant>
      <vt:variant>
        <vt:i4>8</vt:i4>
      </vt:variant>
      <vt:variant>
        <vt:lpstr>Titres des diapositives</vt:lpstr>
      </vt:variant>
      <vt:variant>
        <vt:i4>25</vt:i4>
      </vt:variant>
    </vt:vector>
  </HeadingPairs>
  <TitlesOfParts>
    <vt:vector size="41" baseType="lpstr">
      <vt:lpstr>Aptos</vt:lpstr>
      <vt:lpstr>Arial</vt:lpstr>
      <vt:lpstr>Arial MT</vt:lpstr>
      <vt:lpstr>Calibri</vt:lpstr>
      <vt:lpstr>Georgia</vt:lpstr>
      <vt:lpstr>Symbol</vt:lpstr>
      <vt:lpstr>Times New Roman</vt:lpstr>
      <vt:lpstr>Wingdings</vt:lpstr>
      <vt:lpstr>Thème Office</vt:lpstr>
      <vt:lpstr>Thème Office</vt:lpstr>
      <vt:lpstr>Thème Office</vt:lpstr>
      <vt:lpstr>Thème Office</vt:lpstr>
      <vt:lpstr>Thème Office</vt:lpstr>
      <vt:lpstr>Thème Office</vt:lpstr>
      <vt:lpstr>Thème Office</vt:lpstr>
      <vt:lpstr>Thème Office</vt:lpstr>
      <vt:lpstr>Ch.1 : Introduction au Cloud Computing</vt:lpstr>
      <vt:lpstr>Objectifs du cours</vt:lpstr>
      <vt:lpstr>Introduction (Historique)</vt:lpstr>
      <vt:lpstr>Introduction (Historique)</vt:lpstr>
      <vt:lpstr>Historique - Evolution d’internet</vt:lpstr>
      <vt:lpstr>Le début (40-70)</vt:lpstr>
      <vt:lpstr>Invasion mondiale des ordinateurs(80)</vt:lpstr>
      <vt:lpstr>Maturité d'internet (90)</vt:lpstr>
      <vt:lpstr>Vers le Cloud(2000)</vt:lpstr>
      <vt:lpstr>Aujourd'hui</vt:lpstr>
      <vt:lpstr>Aujourd'hui</vt:lpstr>
      <vt:lpstr>Aujourd'hui</vt:lpstr>
      <vt:lpstr>   Définition</vt:lpstr>
      <vt:lpstr>Définition</vt:lpstr>
      <vt:lpstr>Définition</vt:lpstr>
      <vt:lpstr>Ce qu'est le Cloud Computing</vt:lpstr>
      <vt:lpstr>Caractéristiques du Cloud Computing</vt:lpstr>
      <vt:lpstr>Caractéristiques du Cloud Computing</vt:lpstr>
      <vt:lpstr>5 caractéristiques</vt:lpstr>
      <vt:lpstr>5 caractéristiques</vt:lpstr>
      <vt:lpstr>5 caractéristiques</vt:lpstr>
      <vt:lpstr>Principaux avantages du Cloud</vt:lpstr>
      <vt:lpstr>Limites et défis du Cloud </vt:lpstr>
      <vt:lpstr>Limites et défis du Cloud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Racha HACHEM</dc:creator>
  <dc:description/>
  <cp:lastModifiedBy>Houcine  HAMANA</cp:lastModifiedBy>
  <cp:revision>33</cp:revision>
  <dcterms:created xsi:type="dcterms:W3CDTF">2025-01-24T08:49:55Z</dcterms:created>
  <dcterms:modified xsi:type="dcterms:W3CDTF">2026-06-10T07:26:05Z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Grand écran</vt:lpwstr>
  </property>
  <property fmtid="{D5CDD505-2E9C-101B-9397-08002B2CF9AE}" pid="3" name="Slides">
    <vt:i4>14</vt:i4>
  </property>
</Properties>
</file>