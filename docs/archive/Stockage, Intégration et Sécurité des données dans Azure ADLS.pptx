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comments/modernComment_14A_54432A44.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60" r:id="rId2"/>
    <p:sldId id="269" r:id="rId3"/>
    <p:sldId id="276" r:id="rId4"/>
    <p:sldId id="275" r:id="rId5"/>
    <p:sldId id="330" r:id="rId6"/>
    <p:sldId id="327" r:id="rId7"/>
    <p:sldId id="328" r:id="rId8"/>
    <p:sldId id="307" r:id="rId9"/>
    <p:sldId id="309" r:id="rId10"/>
    <p:sldId id="317" r:id="rId11"/>
    <p:sldId id="318" r:id="rId12"/>
    <p:sldId id="319" r:id="rId13"/>
    <p:sldId id="320" r:id="rId14"/>
    <p:sldId id="321" r:id="rId15"/>
    <p:sldId id="282" r:id="rId16"/>
    <p:sldId id="322" r:id="rId17"/>
    <p:sldId id="326" r:id="rId18"/>
    <p:sldId id="329" r:id="rId19"/>
    <p:sldId id="310" r:id="rId20"/>
    <p:sldId id="311" r:id="rId21"/>
    <p:sldId id="312" r:id="rId22"/>
    <p:sldId id="313" r:id="rId23"/>
    <p:sldId id="314" r:id="rId24"/>
    <p:sldId id="315" r:id="rId25"/>
    <p:sldId id="316" r:id="rId26"/>
    <p:sldId id="324" r:id="rId27"/>
    <p:sldId id="323" r:id="rId28"/>
    <p:sldId id="325" r:id="rId29"/>
    <p:sldId id="280" r:id="rId3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FFD55D9-BF5E-0981-4E1C-2FFAB4620FA7}" name="Houcine  HAMANA" initials="HH" userId="S::h.hamana@caplogy.com::9304277f-9594-439f-8eb5-f5aaa7e26c2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DEE6"/>
    <a:srgbClr val="F4F4F6"/>
    <a:srgbClr val="767676"/>
    <a:srgbClr val="44445A"/>
    <a:srgbClr val="71D2E3"/>
    <a:srgbClr val="5B5B79"/>
    <a:srgbClr val="A7A7BD"/>
    <a:srgbClr val="A9A9BF"/>
    <a:srgbClr val="D9F2F7"/>
    <a:srgbClr val="B8E8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01" autoAdjust="0"/>
  </p:normalViewPr>
  <p:slideViewPr>
    <p:cSldViewPr snapToGrid="0">
      <p:cViewPr varScale="1">
        <p:scale>
          <a:sx n="74" d="100"/>
          <a:sy n="74" d="100"/>
        </p:scale>
        <p:origin x="268" y="44"/>
      </p:cViewPr>
      <p:guideLst/>
    </p:cSldViewPr>
  </p:slideViewPr>
  <p:notesTextViewPr>
    <p:cViewPr>
      <p:scale>
        <a:sx n="1" d="1"/>
        <a:sy n="1" d="1"/>
      </p:scale>
      <p:origin x="0" y="0"/>
    </p:cViewPr>
  </p:notesTextViewPr>
  <p:notesViewPr>
    <p:cSldViewPr snapToGrid="0">
      <p:cViewPr varScale="1">
        <p:scale>
          <a:sx n="65" d="100"/>
          <a:sy n="65" d="100"/>
        </p:scale>
        <p:origin x="2809" y="49"/>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omments/modernComment_14A_54432A44.xml><?xml version="1.0" encoding="utf-8"?>
<p188:cmLst xmlns:a="http://schemas.openxmlformats.org/drawingml/2006/main" xmlns:r="http://schemas.openxmlformats.org/officeDocument/2006/relationships" xmlns:p188="http://schemas.microsoft.com/office/powerpoint/2018/8/main">
  <p188:cm id="{CC830FEF-7FFA-4410-85E9-6F853A62F561}" authorId="{BFFD55D9-BF5E-0981-4E1C-2FFAB4620FA7}" created="2026-06-11T08:21:08.928">
    <pc:sldMkLst xmlns:pc="http://schemas.microsoft.com/office/powerpoint/2013/main/command">
      <pc:docMk/>
      <pc:sldMk cId="1413687876" sldId="330"/>
    </pc:sldMkLst>
    <p188:txBody>
      <a:bodyPr/>
      <a:lstStyle/>
      <a:p>
        <a:r>
          <a:rPr lang="fr-FR"/>
          <a:t>"C'est un pipeline de données Azure classique. Data Factory ingère la donnée brute en zone Bronze, Databricks la nettoie et la transforme en zone Silver, puis elle est agrégée en zone Gold dans Synapse pour alimenter les rapports Power BI."</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946C5A-B07F-497F-BA06-1FE8B79985D8}" type="datetimeFigureOut">
              <a:rPr lang="fr-FR" smtClean="0"/>
              <a:t>17/06/2026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E1EFD1-E4C2-4260-9525-DF4514A9490F}" type="slidenum">
              <a:rPr lang="fr-FR" smtClean="0"/>
              <a:t>‹N°›</a:t>
            </a:fld>
            <a:endParaRPr lang="fr-FR"/>
          </a:p>
        </p:txBody>
      </p:sp>
    </p:spTree>
    <p:extLst>
      <p:ext uri="{BB962C8B-B14F-4D97-AF65-F5344CB8AC3E}">
        <p14:creationId xmlns:p14="http://schemas.microsoft.com/office/powerpoint/2010/main" val="996174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ADLS Gen2 est la pierre angulaire des architectures de Data Lake modernes sur Azure, permettant de stocker des données à l'échelle du pétaoctet et de les traiter avec des outils analytiques puissants.</a:t>
            </a:r>
          </a:p>
          <a:p>
            <a:endParaRPr lang="fr-FR" dirty="0"/>
          </a:p>
        </p:txBody>
      </p:sp>
      <p:sp>
        <p:nvSpPr>
          <p:cNvPr id="4" name="Espace réservé du numéro de diapositive 3"/>
          <p:cNvSpPr>
            <a:spLocks noGrp="1"/>
          </p:cNvSpPr>
          <p:nvPr>
            <p:ph type="sldNum" sz="quarter" idx="5"/>
          </p:nvPr>
        </p:nvSpPr>
        <p:spPr/>
        <p:txBody>
          <a:bodyPr/>
          <a:lstStyle/>
          <a:p>
            <a:fld id="{9CE1EFD1-E4C2-4260-9525-DF4514A9490F}" type="slidenum">
              <a:rPr lang="fr-FR" smtClean="0"/>
              <a:t>16</a:t>
            </a:fld>
            <a:endParaRPr lang="fr-FR"/>
          </a:p>
        </p:txBody>
      </p:sp>
    </p:spTree>
    <p:extLst>
      <p:ext uri="{BB962C8B-B14F-4D97-AF65-F5344CB8AC3E}">
        <p14:creationId xmlns:p14="http://schemas.microsoft.com/office/powerpoint/2010/main" val="273002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36403-753C-A6CB-EE6F-51F8B1680BD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CDDC70D-E604-8356-91CD-9FC6E8D9EEB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1635A5A-E754-74ED-F312-9C49AF5EEF5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ADLS Gen2 est la pierre angulaire des architectures de Data Lake modernes sur Azure, permettant de stocker des données à l'échelle du pétaoctet et de les traiter avec des outils analytiques puissants.</a:t>
            </a:r>
          </a:p>
          <a:p>
            <a:endParaRPr lang="fr-FR" dirty="0"/>
          </a:p>
        </p:txBody>
      </p:sp>
      <p:sp>
        <p:nvSpPr>
          <p:cNvPr id="4" name="Espace réservé du numéro de diapositive 3">
            <a:extLst>
              <a:ext uri="{FF2B5EF4-FFF2-40B4-BE49-F238E27FC236}">
                <a16:creationId xmlns:a16="http://schemas.microsoft.com/office/drawing/2014/main" id="{2A5CAC6C-C3BA-A372-7DB5-6F29E9460DE5}"/>
              </a:ext>
            </a:extLst>
          </p:cNvPr>
          <p:cNvSpPr>
            <a:spLocks noGrp="1"/>
          </p:cNvSpPr>
          <p:nvPr>
            <p:ph type="sldNum" sz="quarter" idx="5"/>
          </p:nvPr>
        </p:nvSpPr>
        <p:spPr/>
        <p:txBody>
          <a:bodyPr/>
          <a:lstStyle/>
          <a:p>
            <a:fld id="{9CE1EFD1-E4C2-4260-9525-DF4514A9490F}" type="slidenum">
              <a:rPr lang="fr-FR" smtClean="0"/>
              <a:t>17</a:t>
            </a:fld>
            <a:endParaRPr lang="fr-FR"/>
          </a:p>
        </p:txBody>
      </p:sp>
    </p:spTree>
    <p:extLst>
      <p:ext uri="{BB962C8B-B14F-4D97-AF65-F5344CB8AC3E}">
        <p14:creationId xmlns:p14="http://schemas.microsoft.com/office/powerpoint/2010/main" val="430388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CE1EFD1-E4C2-4260-9525-DF4514A9490F}" type="slidenum">
              <a:rPr lang="fr-FR" smtClean="0"/>
              <a:t>25</a:t>
            </a:fld>
            <a:endParaRPr lang="fr-FR"/>
          </a:p>
        </p:txBody>
      </p:sp>
    </p:spTree>
    <p:extLst>
      <p:ext uri="{BB962C8B-B14F-4D97-AF65-F5344CB8AC3E}">
        <p14:creationId xmlns:p14="http://schemas.microsoft.com/office/powerpoint/2010/main" val="39764743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bg>
      <p:bgPr>
        <a:solidFill>
          <a:srgbClr val="DEDEE6">
            <a:alpha val="34118"/>
          </a:srgb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C07DB7-8A35-FCC0-11EB-8AD35454E5D7}"/>
              </a:ext>
            </a:extLst>
          </p:cNvPr>
          <p:cNvSpPr>
            <a:spLocks noGrp="1"/>
          </p:cNvSpPr>
          <p:nvPr>
            <p:ph type="ctrTitle" hasCustomPrompt="1"/>
          </p:nvPr>
        </p:nvSpPr>
        <p:spPr>
          <a:xfrm>
            <a:off x="1524000" y="1402451"/>
            <a:ext cx="9144000" cy="2387600"/>
          </a:xfrm>
          <a:ln>
            <a:noFill/>
          </a:ln>
        </p:spPr>
        <p:txBody>
          <a:bodyPr anchor="ctr"/>
          <a:lstStyle>
            <a:lvl1pPr algn="ctr">
              <a:defRPr sz="6000" b="1">
                <a:solidFill>
                  <a:srgbClr val="5B5B79"/>
                </a:solidFill>
                <a:latin typeface="Georgia" panose="02040502050405020303" pitchFamily="18" charset="0"/>
              </a:defRPr>
            </a:lvl1pPr>
          </a:lstStyle>
          <a:p>
            <a:r>
              <a:rPr lang="fr-FR" dirty="0"/>
              <a:t>Titre du cours</a:t>
            </a:r>
          </a:p>
        </p:txBody>
      </p:sp>
      <p:sp>
        <p:nvSpPr>
          <p:cNvPr id="3" name="Sous-titre 2">
            <a:extLst>
              <a:ext uri="{FF2B5EF4-FFF2-40B4-BE49-F238E27FC236}">
                <a16:creationId xmlns:a16="http://schemas.microsoft.com/office/drawing/2014/main" id="{3C2C5BDB-E87E-599C-FEEF-8D51B82D625A}"/>
              </a:ext>
            </a:extLst>
          </p:cNvPr>
          <p:cNvSpPr>
            <a:spLocks noGrp="1"/>
          </p:cNvSpPr>
          <p:nvPr>
            <p:ph type="subTitle" idx="1" hasCustomPrompt="1"/>
          </p:nvPr>
        </p:nvSpPr>
        <p:spPr>
          <a:xfrm>
            <a:off x="1524000" y="4150210"/>
            <a:ext cx="9144000" cy="593509"/>
          </a:xfrm>
        </p:spPr>
        <p:txBody>
          <a:bodyPr>
            <a:normAutofit/>
          </a:bodyPr>
          <a:lstStyle>
            <a:lvl1pPr marL="0" indent="0" algn="ctr">
              <a:buNone/>
              <a:defRPr sz="1600" i="1">
                <a:solidFill>
                  <a:srgbClr val="4A4A62"/>
                </a:solidFill>
                <a:latin typeface="Georgia"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Nom de la filière ou du programme</a:t>
            </a:r>
          </a:p>
        </p:txBody>
      </p:sp>
      <p:sp>
        <p:nvSpPr>
          <p:cNvPr id="4" name="Espace réservé de la date 3">
            <a:extLst>
              <a:ext uri="{FF2B5EF4-FFF2-40B4-BE49-F238E27FC236}">
                <a16:creationId xmlns:a16="http://schemas.microsoft.com/office/drawing/2014/main" id="{91726BBE-417D-E7FB-C197-25F19536300C}"/>
              </a:ext>
            </a:extLst>
          </p:cNvPr>
          <p:cNvSpPr>
            <a:spLocks noGrp="1"/>
          </p:cNvSpPr>
          <p:nvPr>
            <p:ph type="dt" sz="half" idx="10"/>
          </p:nvPr>
        </p:nvSpPr>
        <p:spPr>
          <a:xfrm>
            <a:off x="838200" y="6352660"/>
            <a:ext cx="545757" cy="365125"/>
          </a:xfrm>
        </p:spPr>
        <p:txBody>
          <a:bodyPr/>
          <a:lstStyle/>
          <a:p>
            <a:fld id="{8CD3FB23-3DE5-4888-A54C-CBA35DA6E3FD}" type="datetimeyyyy">
              <a:rPr lang="fr-FR" smtClean="0"/>
              <a:t>2026</a:t>
            </a:fld>
            <a:endParaRPr lang="fr-FR" dirty="0"/>
          </a:p>
        </p:txBody>
      </p:sp>
      <p:sp>
        <p:nvSpPr>
          <p:cNvPr id="12" name="Espace réservé du texte 11">
            <a:extLst>
              <a:ext uri="{FF2B5EF4-FFF2-40B4-BE49-F238E27FC236}">
                <a16:creationId xmlns:a16="http://schemas.microsoft.com/office/drawing/2014/main" id="{37722BE2-3949-5CFB-57B6-785D2A8C222A}"/>
              </a:ext>
            </a:extLst>
          </p:cNvPr>
          <p:cNvSpPr>
            <a:spLocks noGrp="1"/>
          </p:cNvSpPr>
          <p:nvPr>
            <p:ph type="body" sz="quarter" idx="12"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pic>
        <p:nvPicPr>
          <p:cNvPr id="23" name="Picture 2" descr="Home | Caplogy">
            <a:extLst>
              <a:ext uri="{FF2B5EF4-FFF2-40B4-BE49-F238E27FC236}">
                <a16:creationId xmlns:a16="http://schemas.microsoft.com/office/drawing/2014/main" id="{E0C58849-0644-8FFD-65B4-D6F0C4EDFA8B}"/>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62882"/>
          <a:stretch/>
        </p:blipFill>
        <p:spPr bwMode="auto">
          <a:xfrm>
            <a:off x="132315" y="6153876"/>
            <a:ext cx="525163" cy="762692"/>
          </a:xfrm>
          <a:prstGeom prst="rect">
            <a:avLst/>
          </a:prstGeom>
          <a:noFill/>
          <a:extLst>
            <a:ext uri="{909E8E84-426E-40DD-AFC4-6F175D3DCCD1}">
              <a14:hiddenFill xmlns:a14="http://schemas.microsoft.com/office/drawing/2010/main">
                <a:solidFill>
                  <a:srgbClr val="FFFFFF"/>
                </a:solidFill>
              </a14:hiddenFill>
            </a:ext>
          </a:extLst>
        </p:spPr>
      </p:pic>
      <p:grpSp>
        <p:nvGrpSpPr>
          <p:cNvPr id="30" name="Groupe 29">
            <a:extLst>
              <a:ext uri="{FF2B5EF4-FFF2-40B4-BE49-F238E27FC236}">
                <a16:creationId xmlns:a16="http://schemas.microsoft.com/office/drawing/2014/main" id="{F543A45B-EB8A-D307-0FF0-D3B8CA05FB6D}"/>
              </a:ext>
            </a:extLst>
          </p:cNvPr>
          <p:cNvGrpSpPr/>
          <p:nvPr userDrawn="1"/>
        </p:nvGrpSpPr>
        <p:grpSpPr>
          <a:xfrm>
            <a:off x="4116000" y="5577022"/>
            <a:ext cx="3960000" cy="304800"/>
            <a:chOff x="4240975" y="4901516"/>
            <a:chExt cx="3960000" cy="304800"/>
          </a:xfrm>
        </p:grpSpPr>
        <p:cxnSp>
          <p:nvCxnSpPr>
            <p:cNvPr id="25" name="Connecteur droit 24">
              <a:extLst>
                <a:ext uri="{FF2B5EF4-FFF2-40B4-BE49-F238E27FC236}">
                  <a16:creationId xmlns:a16="http://schemas.microsoft.com/office/drawing/2014/main" id="{0B8C3F59-F182-C83C-0A21-2A7A66BD3C4A}"/>
                </a:ext>
              </a:extLst>
            </p:cNvPr>
            <p:cNvCxnSpPr>
              <a:cxnSpLocks/>
            </p:cNvCxnSpPr>
            <p:nvPr userDrawn="1"/>
          </p:nvCxnSpPr>
          <p:spPr>
            <a:xfrm>
              <a:off x="4240975" y="4901516"/>
              <a:ext cx="3960000" cy="0"/>
            </a:xfrm>
            <a:prstGeom prst="line">
              <a:avLst/>
            </a:prstGeom>
            <a:ln w="19050">
              <a:solidFill>
                <a:srgbClr val="5B5B79"/>
              </a:solidFill>
            </a:ln>
          </p:spPr>
          <p:style>
            <a:lnRef idx="3">
              <a:schemeClr val="accent1"/>
            </a:lnRef>
            <a:fillRef idx="0">
              <a:schemeClr val="accent1"/>
            </a:fillRef>
            <a:effectRef idx="2">
              <a:schemeClr val="accent1"/>
            </a:effectRef>
            <a:fontRef idx="minor">
              <a:schemeClr val="tx1"/>
            </a:fontRef>
          </p:style>
        </p:cxnSp>
        <p:cxnSp>
          <p:nvCxnSpPr>
            <p:cNvPr id="26" name="Connecteur droit 25">
              <a:extLst>
                <a:ext uri="{FF2B5EF4-FFF2-40B4-BE49-F238E27FC236}">
                  <a16:creationId xmlns:a16="http://schemas.microsoft.com/office/drawing/2014/main" id="{A1D64CFB-4F05-EDCF-D386-019D8CD42E68}"/>
                </a:ext>
              </a:extLst>
            </p:cNvPr>
            <p:cNvCxnSpPr>
              <a:cxnSpLocks/>
            </p:cNvCxnSpPr>
            <p:nvPr userDrawn="1"/>
          </p:nvCxnSpPr>
          <p:spPr>
            <a:xfrm>
              <a:off x="4780975" y="5053916"/>
              <a:ext cx="2880000" cy="0"/>
            </a:xfrm>
            <a:prstGeom prst="line">
              <a:avLst/>
            </a:prstGeom>
            <a:ln w="19050">
              <a:solidFill>
                <a:srgbClr val="71D2E3"/>
              </a:solidFill>
            </a:ln>
          </p:spPr>
          <p:style>
            <a:lnRef idx="3">
              <a:schemeClr val="accent1"/>
            </a:lnRef>
            <a:fillRef idx="0">
              <a:schemeClr val="accent1"/>
            </a:fillRef>
            <a:effectRef idx="2">
              <a:schemeClr val="accent1"/>
            </a:effectRef>
            <a:fontRef idx="minor">
              <a:schemeClr val="tx1"/>
            </a:fontRef>
          </p:style>
        </p:cxnSp>
        <p:cxnSp>
          <p:nvCxnSpPr>
            <p:cNvPr id="29" name="Connecteur droit 28">
              <a:extLst>
                <a:ext uri="{FF2B5EF4-FFF2-40B4-BE49-F238E27FC236}">
                  <a16:creationId xmlns:a16="http://schemas.microsoft.com/office/drawing/2014/main" id="{61508929-1503-544B-6B5A-1B11BD9B5433}"/>
                </a:ext>
              </a:extLst>
            </p:cNvPr>
            <p:cNvCxnSpPr>
              <a:cxnSpLocks/>
            </p:cNvCxnSpPr>
            <p:nvPr userDrawn="1"/>
          </p:nvCxnSpPr>
          <p:spPr>
            <a:xfrm>
              <a:off x="5320975" y="5206316"/>
              <a:ext cx="1800000" cy="0"/>
            </a:xfrm>
            <a:prstGeom prst="line">
              <a:avLst/>
            </a:prstGeom>
            <a:ln w="19050">
              <a:solidFill>
                <a:srgbClr val="5B5B79"/>
              </a:solidFill>
            </a:ln>
          </p:spPr>
          <p:style>
            <a:lnRef idx="3">
              <a:schemeClr val="accent1"/>
            </a:lnRef>
            <a:fillRef idx="0">
              <a:schemeClr val="accent1"/>
            </a:fillRef>
            <a:effectRef idx="2">
              <a:schemeClr val="accent1"/>
            </a:effectRef>
            <a:fontRef idx="minor">
              <a:schemeClr val="tx1"/>
            </a:fontRef>
          </p:style>
        </p:cxnSp>
      </p:grpSp>
      <p:sp>
        <p:nvSpPr>
          <p:cNvPr id="33" name="Espace réservé du texte 32">
            <a:extLst>
              <a:ext uri="{FF2B5EF4-FFF2-40B4-BE49-F238E27FC236}">
                <a16:creationId xmlns:a16="http://schemas.microsoft.com/office/drawing/2014/main" id="{C3D3E438-193B-EB8D-70AD-3058E2FA4E59}"/>
              </a:ext>
            </a:extLst>
          </p:cNvPr>
          <p:cNvSpPr>
            <a:spLocks noGrp="1"/>
          </p:cNvSpPr>
          <p:nvPr>
            <p:ph type="body" sz="quarter" idx="13" hasCustomPrompt="1"/>
          </p:nvPr>
        </p:nvSpPr>
        <p:spPr>
          <a:xfrm>
            <a:off x="1524000" y="4773448"/>
            <a:ext cx="9144000" cy="441108"/>
          </a:xfrm>
        </p:spPr>
        <p:txBody>
          <a:bodyPr anchor="ctr">
            <a:noAutofit/>
          </a:bodyPr>
          <a:lstStyle>
            <a:lvl1pPr marL="0" indent="0" algn="ctr">
              <a:buNone/>
              <a:defRPr sz="1600" i="1">
                <a:solidFill>
                  <a:srgbClr val="4A4A62"/>
                </a:solidFill>
                <a:latin typeface="Georgia" panose="02040502050405020303" pitchFamily="18" charset="0"/>
              </a:defRPr>
            </a:lvl1pPr>
            <a:lvl2pPr>
              <a:defRPr sz="1600"/>
            </a:lvl2pPr>
            <a:lvl3pPr>
              <a:defRPr sz="1600"/>
            </a:lvl3pPr>
            <a:lvl4pPr>
              <a:defRPr sz="1600"/>
            </a:lvl4pPr>
            <a:lvl5pPr>
              <a:defRPr sz="1600"/>
            </a:lvl5pPr>
          </a:lstStyle>
          <a:p>
            <a:pPr lvl="0"/>
            <a:r>
              <a:rPr lang="fr-FR" dirty="0"/>
              <a:t>Année (optionnel)</a:t>
            </a:r>
          </a:p>
        </p:txBody>
      </p:sp>
      <p:sp>
        <p:nvSpPr>
          <p:cNvPr id="5" name="Rectangle 4">
            <a:extLst>
              <a:ext uri="{FF2B5EF4-FFF2-40B4-BE49-F238E27FC236}">
                <a16:creationId xmlns:a16="http://schemas.microsoft.com/office/drawing/2014/main" id="{283A2326-9237-19DB-B1FD-BF7F4BF22FF6}"/>
              </a:ext>
            </a:extLst>
          </p:cNvPr>
          <p:cNvSpPr/>
          <p:nvPr userDrawn="1"/>
        </p:nvSpPr>
        <p:spPr>
          <a:xfrm>
            <a:off x="1524000" y="1402451"/>
            <a:ext cx="9144000" cy="2387600"/>
          </a:xfrm>
          <a:prstGeom prst="rect">
            <a:avLst/>
          </a:prstGeom>
          <a:noFill/>
          <a:ln w="9525">
            <a:solidFill>
              <a:srgbClr val="A9A9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341080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lan de la presentation">
    <p:spTree>
      <p:nvGrpSpPr>
        <p:cNvPr id="1" name=""/>
        <p:cNvGrpSpPr/>
        <p:nvPr/>
      </p:nvGrpSpPr>
      <p:grpSpPr>
        <a:xfrm>
          <a:off x="0" y="0"/>
          <a:ext cx="0" cy="0"/>
          <a:chOff x="0" y="0"/>
          <a:chExt cx="0" cy="0"/>
        </a:xfrm>
      </p:grpSpPr>
      <p:sp>
        <p:nvSpPr>
          <p:cNvPr id="18" name="Arc 17">
            <a:extLst>
              <a:ext uri="{FF2B5EF4-FFF2-40B4-BE49-F238E27FC236}">
                <a16:creationId xmlns:a16="http://schemas.microsoft.com/office/drawing/2014/main" id="{544B982F-F764-74B2-32B1-FB2CBBD00D4C}"/>
              </a:ext>
            </a:extLst>
          </p:cNvPr>
          <p:cNvSpPr/>
          <p:nvPr userDrawn="1"/>
        </p:nvSpPr>
        <p:spPr>
          <a:xfrm>
            <a:off x="2539417" y="1496588"/>
            <a:ext cx="4359101" cy="4359101"/>
          </a:xfrm>
          <a:prstGeom prst="arc">
            <a:avLst>
              <a:gd name="adj1" fmla="val 17328513"/>
              <a:gd name="adj2" fmla="val 4317935"/>
            </a:avLst>
          </a:prstGeom>
          <a:ln w="38100">
            <a:solidFill>
              <a:srgbClr val="4A4A6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17" name="Espace réservé du texte 16">
            <a:extLst>
              <a:ext uri="{FF2B5EF4-FFF2-40B4-BE49-F238E27FC236}">
                <a16:creationId xmlns:a16="http://schemas.microsoft.com/office/drawing/2014/main" id="{BA0265F5-EAA7-BC41-09D2-62D519FD30CA}"/>
              </a:ext>
            </a:extLst>
          </p:cNvPr>
          <p:cNvSpPr>
            <a:spLocks noGrp="1"/>
          </p:cNvSpPr>
          <p:nvPr>
            <p:ph type="body" sz="quarter" idx="15" hasCustomPrompt="1"/>
          </p:nvPr>
        </p:nvSpPr>
        <p:spPr>
          <a:xfrm>
            <a:off x="6133219" y="1672720"/>
            <a:ext cx="3744000" cy="461963"/>
          </a:xfrm>
          <a:prstGeom prst="roundRect">
            <a:avLst/>
          </a:prstGeom>
          <a:solidFill>
            <a:srgbClr val="5B5B79"/>
          </a:solidFill>
        </p:spPr>
        <p:txBody>
          <a:bodyPr anchor="ctr">
            <a:normAutofit/>
          </a:bodyPr>
          <a:lstStyle>
            <a:lvl1pPr marL="0" indent="0">
              <a:buNone/>
              <a:defRPr sz="1800">
                <a:solidFill>
                  <a:schemeClr val="bg1"/>
                </a:solidFill>
                <a:latin typeface="Georgia" panose="02040502050405020303" pitchFamily="18" charset="0"/>
              </a:defRPr>
            </a:lvl1pPr>
          </a:lstStyle>
          <a:p>
            <a:pPr lvl="0"/>
            <a:r>
              <a:rPr lang="fr-FR" dirty="0"/>
              <a:t>   Introduction</a:t>
            </a:r>
          </a:p>
        </p:txBody>
      </p:sp>
      <p:sp>
        <p:nvSpPr>
          <p:cNvPr id="33" name="Rectangle 32">
            <a:extLst>
              <a:ext uri="{FF2B5EF4-FFF2-40B4-BE49-F238E27FC236}">
                <a16:creationId xmlns:a16="http://schemas.microsoft.com/office/drawing/2014/main" id="{140735FF-B14F-4268-3DC9-9E45F8A907E5}"/>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14484DE-D9CB-C1DE-B1AD-478984B3B5C5}"/>
              </a:ext>
            </a:extLst>
          </p:cNvPr>
          <p:cNvSpPr>
            <a:spLocks noGrp="1"/>
          </p:cNvSpPr>
          <p:nvPr>
            <p:ph type="title" hasCustomPrompt="1"/>
          </p:nvPr>
        </p:nvSpPr>
        <p:spPr>
          <a:xfrm>
            <a:off x="838200" y="963821"/>
            <a:ext cx="3932237" cy="1207865"/>
          </a:xfrm>
        </p:spPr>
        <p:txBody>
          <a:bodyPr anchor="b"/>
          <a:lstStyle>
            <a:lvl1pPr>
              <a:defRPr sz="3200">
                <a:solidFill>
                  <a:srgbClr val="5B5B79"/>
                </a:solidFill>
                <a:latin typeface="Georgia" panose="02040502050405020303" pitchFamily="18" charset="0"/>
              </a:defRPr>
            </a:lvl1pPr>
          </a:lstStyle>
          <a:p>
            <a:r>
              <a:rPr lang="fr-FR" dirty="0"/>
              <a:t>Plan du cours</a:t>
            </a:r>
          </a:p>
        </p:txBody>
      </p:sp>
      <p:sp>
        <p:nvSpPr>
          <p:cNvPr id="5" name="Espace réservé de la date 4">
            <a:extLst>
              <a:ext uri="{FF2B5EF4-FFF2-40B4-BE49-F238E27FC236}">
                <a16:creationId xmlns:a16="http://schemas.microsoft.com/office/drawing/2014/main" id="{EF651431-4F25-EF3C-4DFF-1F50CE6D5DE4}"/>
              </a:ext>
            </a:extLst>
          </p:cNvPr>
          <p:cNvSpPr>
            <a:spLocks noGrp="1"/>
          </p:cNvSpPr>
          <p:nvPr>
            <p:ph type="dt" sz="half" idx="10"/>
          </p:nvPr>
        </p:nvSpPr>
        <p:spPr/>
        <p:txBody>
          <a:bodyPr/>
          <a:lstStyle/>
          <a:p>
            <a:fld id="{03EF5071-0BFD-4152-85CA-FEA422DAC900}" type="datetimeyyyy">
              <a:rPr lang="fr-FR" smtClean="0"/>
              <a:t>2026</a:t>
            </a:fld>
            <a:endParaRPr lang="fr-FR"/>
          </a:p>
        </p:txBody>
      </p:sp>
      <p:sp>
        <p:nvSpPr>
          <p:cNvPr id="7" name="Espace réservé du numéro de diapositive 6">
            <a:extLst>
              <a:ext uri="{FF2B5EF4-FFF2-40B4-BE49-F238E27FC236}">
                <a16:creationId xmlns:a16="http://schemas.microsoft.com/office/drawing/2014/main" id="{BBB0ABA8-5DE6-4278-AC51-13A66F549CC4}"/>
              </a:ext>
            </a:extLst>
          </p:cNvPr>
          <p:cNvSpPr>
            <a:spLocks noGrp="1"/>
          </p:cNvSpPr>
          <p:nvPr>
            <p:ph type="sldNum" sz="quarter" idx="12"/>
          </p:nvPr>
        </p:nvSpPr>
        <p:spPr/>
        <p:txBody>
          <a:bodyPr/>
          <a:lstStyle/>
          <a:p>
            <a:fld id="{5913F4F7-518B-459F-9B80-EE04630AFE87}" type="slidenum">
              <a:rPr lang="fr-FR" smtClean="0"/>
              <a:t>‹N°›</a:t>
            </a:fld>
            <a:endParaRPr lang="fr-FR"/>
          </a:p>
        </p:txBody>
      </p:sp>
      <p:sp>
        <p:nvSpPr>
          <p:cNvPr id="12" name="Espace réservé du texte 11">
            <a:extLst>
              <a:ext uri="{FF2B5EF4-FFF2-40B4-BE49-F238E27FC236}">
                <a16:creationId xmlns:a16="http://schemas.microsoft.com/office/drawing/2014/main" id="{3ABF0DF1-DA2B-1430-EB38-6C88508FE0FB}"/>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cxnSp>
        <p:nvCxnSpPr>
          <p:cNvPr id="29" name="Connecteur droit 28">
            <a:extLst>
              <a:ext uri="{FF2B5EF4-FFF2-40B4-BE49-F238E27FC236}">
                <a16:creationId xmlns:a16="http://schemas.microsoft.com/office/drawing/2014/main" id="{13F679C6-E59A-416B-7171-099C779C7ED0}"/>
              </a:ext>
            </a:extLst>
          </p:cNvPr>
          <p:cNvCxnSpPr>
            <a:cxnSpLocks/>
          </p:cNvCxnSpPr>
          <p:nvPr userDrawn="1"/>
        </p:nvCxnSpPr>
        <p:spPr>
          <a:xfrm>
            <a:off x="836612" y="2196401"/>
            <a:ext cx="3710050" cy="0"/>
          </a:xfrm>
          <a:prstGeom prst="line">
            <a:avLst/>
          </a:prstGeom>
          <a:ln w="19050">
            <a:solidFill>
              <a:srgbClr val="5B5B79"/>
            </a:solidFill>
          </a:ln>
        </p:spPr>
        <p:style>
          <a:lnRef idx="3">
            <a:schemeClr val="accent1"/>
          </a:lnRef>
          <a:fillRef idx="0">
            <a:schemeClr val="accent1"/>
          </a:fillRef>
          <a:effectRef idx="2">
            <a:schemeClr val="accent1"/>
          </a:effectRef>
          <a:fontRef idx="minor">
            <a:schemeClr val="tx1"/>
          </a:fontRef>
        </p:style>
      </p:cxnSp>
      <p:sp>
        <p:nvSpPr>
          <p:cNvPr id="10" name="Espace réservé du texte 9">
            <a:extLst>
              <a:ext uri="{FF2B5EF4-FFF2-40B4-BE49-F238E27FC236}">
                <a16:creationId xmlns:a16="http://schemas.microsoft.com/office/drawing/2014/main" id="{089FB030-F3E0-AFF0-9664-8C70B9B6A000}"/>
              </a:ext>
            </a:extLst>
          </p:cNvPr>
          <p:cNvSpPr>
            <a:spLocks noGrp="1"/>
          </p:cNvSpPr>
          <p:nvPr>
            <p:ph type="body" sz="quarter" idx="14" hasCustomPrompt="1"/>
          </p:nvPr>
        </p:nvSpPr>
        <p:spPr>
          <a:xfrm>
            <a:off x="5948275" y="1721139"/>
            <a:ext cx="369888" cy="365125"/>
          </a:xfrm>
          <a:prstGeom prst="ellipse">
            <a:avLst/>
          </a:prstGeom>
          <a:solidFill>
            <a:srgbClr val="71D2E3"/>
          </a:solidFill>
          <a:ln w="28575">
            <a:solidFill>
              <a:srgbClr val="5B5B79"/>
            </a:solidFill>
          </a:ln>
        </p:spPr>
        <p:txBody>
          <a:bodyPr anchor="ctr">
            <a:noAutofit/>
          </a:bodyPr>
          <a:lstStyle>
            <a:lvl1pPr marL="0" indent="0" algn="ctr">
              <a:buNone/>
              <a:defRPr sz="1600">
                <a:solidFill>
                  <a:srgbClr val="4A4A62"/>
                </a:solidFill>
                <a:latin typeface="Georgia" panose="02040502050405020303" pitchFamily="18" charset="0"/>
              </a:defRPr>
            </a:lvl1pPr>
          </a:lstStyle>
          <a:p>
            <a:pPr lvl="0"/>
            <a:r>
              <a:rPr lang="fr-FR" dirty="0"/>
              <a:t>1</a:t>
            </a:r>
          </a:p>
        </p:txBody>
      </p:sp>
      <p:sp>
        <p:nvSpPr>
          <p:cNvPr id="20" name="Espace réservé du texte 16">
            <a:extLst>
              <a:ext uri="{FF2B5EF4-FFF2-40B4-BE49-F238E27FC236}">
                <a16:creationId xmlns:a16="http://schemas.microsoft.com/office/drawing/2014/main" id="{A8331E30-9104-6A75-7BAD-29301FC9D642}"/>
              </a:ext>
            </a:extLst>
          </p:cNvPr>
          <p:cNvSpPr>
            <a:spLocks noGrp="1"/>
          </p:cNvSpPr>
          <p:nvPr>
            <p:ph type="body" sz="quarter" idx="16" hasCustomPrompt="1"/>
          </p:nvPr>
        </p:nvSpPr>
        <p:spPr>
          <a:xfrm>
            <a:off x="6614118" y="2310815"/>
            <a:ext cx="3744000" cy="461963"/>
          </a:xfrm>
          <a:prstGeom prst="roundRect">
            <a:avLst/>
          </a:prstGeom>
          <a:solidFill>
            <a:srgbClr val="5B5B79"/>
          </a:solidFill>
        </p:spPr>
        <p:txBody>
          <a:bodyPr anchor="ctr">
            <a:normAutofit/>
          </a:bodyPr>
          <a:lstStyle>
            <a:lvl1pPr marL="0" indent="0">
              <a:buNone/>
              <a:defRPr sz="1800">
                <a:solidFill>
                  <a:schemeClr val="bg1"/>
                </a:solidFill>
                <a:latin typeface="Georgia" panose="02040502050405020303" pitchFamily="18" charset="0"/>
              </a:defRPr>
            </a:lvl1pPr>
          </a:lstStyle>
          <a:p>
            <a:pPr lvl="0"/>
            <a:r>
              <a:rPr lang="fr-FR" dirty="0"/>
              <a:t>   </a:t>
            </a:r>
            <a:r>
              <a:rPr lang="fr-FR" dirty="0" err="1"/>
              <a:t>Element</a:t>
            </a:r>
            <a:endParaRPr lang="fr-FR" dirty="0"/>
          </a:p>
        </p:txBody>
      </p:sp>
      <p:sp>
        <p:nvSpPr>
          <p:cNvPr id="21" name="Espace réservé du texte 9">
            <a:extLst>
              <a:ext uri="{FF2B5EF4-FFF2-40B4-BE49-F238E27FC236}">
                <a16:creationId xmlns:a16="http://schemas.microsoft.com/office/drawing/2014/main" id="{E4A8D6C2-1DA4-3696-E315-D4CC933B181B}"/>
              </a:ext>
            </a:extLst>
          </p:cNvPr>
          <p:cNvSpPr>
            <a:spLocks noGrp="1"/>
          </p:cNvSpPr>
          <p:nvPr>
            <p:ph type="body" sz="quarter" idx="17" hasCustomPrompt="1"/>
          </p:nvPr>
        </p:nvSpPr>
        <p:spPr>
          <a:xfrm>
            <a:off x="6425257" y="2359234"/>
            <a:ext cx="369888" cy="365125"/>
          </a:xfrm>
          <a:prstGeom prst="ellipse">
            <a:avLst/>
          </a:prstGeom>
          <a:solidFill>
            <a:srgbClr val="71D2E3"/>
          </a:solidFill>
          <a:ln w="28575">
            <a:solidFill>
              <a:srgbClr val="5B5B79"/>
            </a:solidFill>
          </a:ln>
        </p:spPr>
        <p:txBody>
          <a:bodyPr anchor="ctr">
            <a:noAutofit/>
          </a:bodyPr>
          <a:lstStyle>
            <a:lvl1pPr marL="0" indent="0" algn="ctr">
              <a:buNone/>
              <a:defRPr sz="1600">
                <a:solidFill>
                  <a:srgbClr val="4A4A62"/>
                </a:solidFill>
                <a:latin typeface="Georgia" panose="02040502050405020303" pitchFamily="18" charset="0"/>
              </a:defRPr>
            </a:lvl1pPr>
          </a:lstStyle>
          <a:p>
            <a:pPr lvl="0"/>
            <a:r>
              <a:rPr lang="fr-FR" dirty="0"/>
              <a:t>2</a:t>
            </a:r>
          </a:p>
        </p:txBody>
      </p:sp>
      <p:sp>
        <p:nvSpPr>
          <p:cNvPr id="22" name="Espace réservé du texte 16">
            <a:extLst>
              <a:ext uri="{FF2B5EF4-FFF2-40B4-BE49-F238E27FC236}">
                <a16:creationId xmlns:a16="http://schemas.microsoft.com/office/drawing/2014/main" id="{15EE53C3-C648-BC53-2D6C-8AFBD357B4B3}"/>
              </a:ext>
            </a:extLst>
          </p:cNvPr>
          <p:cNvSpPr>
            <a:spLocks noGrp="1"/>
          </p:cNvSpPr>
          <p:nvPr>
            <p:ph type="body" sz="quarter" idx="18" hasCustomPrompt="1"/>
          </p:nvPr>
        </p:nvSpPr>
        <p:spPr>
          <a:xfrm>
            <a:off x="6916486" y="3047881"/>
            <a:ext cx="3744000" cy="461963"/>
          </a:xfrm>
          <a:prstGeom prst="roundRect">
            <a:avLst/>
          </a:prstGeom>
          <a:solidFill>
            <a:srgbClr val="5B5B79"/>
          </a:solidFill>
        </p:spPr>
        <p:txBody>
          <a:bodyPr anchor="ctr">
            <a:normAutofit/>
          </a:bodyPr>
          <a:lstStyle>
            <a:lvl1pPr marL="0" indent="0">
              <a:buNone/>
              <a:defRPr sz="1800">
                <a:solidFill>
                  <a:schemeClr val="bg1"/>
                </a:solidFill>
                <a:latin typeface="Georgia" panose="02040502050405020303" pitchFamily="18" charset="0"/>
              </a:defRPr>
            </a:lvl1pPr>
          </a:lstStyle>
          <a:p>
            <a:pPr lvl="0"/>
            <a:r>
              <a:rPr lang="fr-FR" dirty="0"/>
              <a:t>   </a:t>
            </a:r>
            <a:r>
              <a:rPr lang="fr-FR" dirty="0" err="1"/>
              <a:t>Element</a:t>
            </a:r>
            <a:endParaRPr lang="fr-FR" dirty="0"/>
          </a:p>
        </p:txBody>
      </p:sp>
      <p:sp>
        <p:nvSpPr>
          <p:cNvPr id="23" name="Espace réservé du texte 9">
            <a:extLst>
              <a:ext uri="{FF2B5EF4-FFF2-40B4-BE49-F238E27FC236}">
                <a16:creationId xmlns:a16="http://schemas.microsoft.com/office/drawing/2014/main" id="{6E3D68D5-DBB0-A99A-593E-E386484F1BC1}"/>
              </a:ext>
            </a:extLst>
          </p:cNvPr>
          <p:cNvSpPr>
            <a:spLocks noGrp="1"/>
          </p:cNvSpPr>
          <p:nvPr>
            <p:ph type="body" sz="quarter" idx="19" hasCustomPrompt="1"/>
          </p:nvPr>
        </p:nvSpPr>
        <p:spPr>
          <a:xfrm>
            <a:off x="6697482" y="3096300"/>
            <a:ext cx="369888" cy="365125"/>
          </a:xfrm>
          <a:prstGeom prst="ellipse">
            <a:avLst/>
          </a:prstGeom>
          <a:solidFill>
            <a:srgbClr val="71D2E3"/>
          </a:solidFill>
          <a:ln w="28575">
            <a:solidFill>
              <a:srgbClr val="5B5B79"/>
            </a:solidFill>
          </a:ln>
        </p:spPr>
        <p:txBody>
          <a:bodyPr anchor="ctr">
            <a:noAutofit/>
          </a:bodyPr>
          <a:lstStyle>
            <a:lvl1pPr marL="0" indent="0" algn="ctr">
              <a:buNone/>
              <a:defRPr sz="1600">
                <a:solidFill>
                  <a:srgbClr val="4A4A62"/>
                </a:solidFill>
                <a:latin typeface="Georgia" panose="02040502050405020303" pitchFamily="18" charset="0"/>
              </a:defRPr>
            </a:lvl1pPr>
          </a:lstStyle>
          <a:p>
            <a:pPr lvl="0"/>
            <a:r>
              <a:rPr lang="fr-FR" dirty="0"/>
              <a:t>3</a:t>
            </a:r>
          </a:p>
        </p:txBody>
      </p:sp>
      <p:sp>
        <p:nvSpPr>
          <p:cNvPr id="24" name="Espace réservé du texte 16">
            <a:extLst>
              <a:ext uri="{FF2B5EF4-FFF2-40B4-BE49-F238E27FC236}">
                <a16:creationId xmlns:a16="http://schemas.microsoft.com/office/drawing/2014/main" id="{5CE0A7F6-5D19-5858-A3BE-D9A5528BBD7D}"/>
              </a:ext>
            </a:extLst>
          </p:cNvPr>
          <p:cNvSpPr>
            <a:spLocks noGrp="1"/>
          </p:cNvSpPr>
          <p:nvPr>
            <p:ph type="body" sz="quarter" idx="20" hasCustomPrompt="1"/>
          </p:nvPr>
        </p:nvSpPr>
        <p:spPr>
          <a:xfrm>
            <a:off x="6882426" y="3694823"/>
            <a:ext cx="3744000" cy="461963"/>
          </a:xfrm>
          <a:prstGeom prst="roundRect">
            <a:avLst/>
          </a:prstGeom>
          <a:solidFill>
            <a:srgbClr val="5B5B79"/>
          </a:solidFill>
        </p:spPr>
        <p:txBody>
          <a:bodyPr anchor="ctr">
            <a:normAutofit/>
          </a:bodyPr>
          <a:lstStyle>
            <a:lvl1pPr marL="0" indent="0">
              <a:buNone/>
              <a:defRPr sz="1800">
                <a:solidFill>
                  <a:schemeClr val="bg1"/>
                </a:solidFill>
                <a:latin typeface="Georgia" panose="02040502050405020303" pitchFamily="18" charset="0"/>
              </a:defRPr>
            </a:lvl1pPr>
          </a:lstStyle>
          <a:p>
            <a:pPr lvl="0"/>
            <a:r>
              <a:rPr lang="fr-FR" dirty="0"/>
              <a:t>   </a:t>
            </a:r>
            <a:r>
              <a:rPr lang="fr-FR" dirty="0" err="1"/>
              <a:t>Element</a:t>
            </a:r>
            <a:endParaRPr lang="fr-FR" dirty="0"/>
          </a:p>
        </p:txBody>
      </p:sp>
      <p:sp>
        <p:nvSpPr>
          <p:cNvPr id="25" name="Espace réservé du texte 9">
            <a:extLst>
              <a:ext uri="{FF2B5EF4-FFF2-40B4-BE49-F238E27FC236}">
                <a16:creationId xmlns:a16="http://schemas.microsoft.com/office/drawing/2014/main" id="{675ED3FF-9D35-EF19-250D-F4DA9E3A6698}"/>
              </a:ext>
            </a:extLst>
          </p:cNvPr>
          <p:cNvSpPr>
            <a:spLocks noGrp="1"/>
          </p:cNvSpPr>
          <p:nvPr>
            <p:ph type="body" sz="quarter" idx="21" hasCustomPrompt="1"/>
          </p:nvPr>
        </p:nvSpPr>
        <p:spPr>
          <a:xfrm>
            <a:off x="6699564" y="3743242"/>
            <a:ext cx="369888" cy="365125"/>
          </a:xfrm>
          <a:prstGeom prst="ellipse">
            <a:avLst/>
          </a:prstGeom>
          <a:solidFill>
            <a:srgbClr val="71D2E3"/>
          </a:solidFill>
          <a:ln w="28575">
            <a:solidFill>
              <a:srgbClr val="5B5B79"/>
            </a:solidFill>
          </a:ln>
        </p:spPr>
        <p:txBody>
          <a:bodyPr anchor="ctr">
            <a:noAutofit/>
          </a:bodyPr>
          <a:lstStyle>
            <a:lvl1pPr marL="0" indent="0" algn="ctr">
              <a:buNone/>
              <a:defRPr sz="1600">
                <a:solidFill>
                  <a:srgbClr val="4A4A62"/>
                </a:solidFill>
                <a:latin typeface="Georgia" panose="02040502050405020303" pitchFamily="18" charset="0"/>
              </a:defRPr>
            </a:lvl1pPr>
          </a:lstStyle>
          <a:p>
            <a:pPr lvl="0"/>
            <a:r>
              <a:rPr lang="fr-FR" dirty="0"/>
              <a:t>4</a:t>
            </a:r>
          </a:p>
        </p:txBody>
      </p:sp>
      <p:sp>
        <p:nvSpPr>
          <p:cNvPr id="26" name="Espace réservé du texte 16">
            <a:extLst>
              <a:ext uri="{FF2B5EF4-FFF2-40B4-BE49-F238E27FC236}">
                <a16:creationId xmlns:a16="http://schemas.microsoft.com/office/drawing/2014/main" id="{5310F4F9-16FD-C66F-8C6B-9BEF5134DB39}"/>
              </a:ext>
            </a:extLst>
          </p:cNvPr>
          <p:cNvSpPr>
            <a:spLocks noGrp="1"/>
          </p:cNvSpPr>
          <p:nvPr>
            <p:ph type="body" sz="quarter" idx="22" hasCustomPrompt="1"/>
          </p:nvPr>
        </p:nvSpPr>
        <p:spPr>
          <a:xfrm>
            <a:off x="6608341" y="4433415"/>
            <a:ext cx="3744000" cy="461963"/>
          </a:xfrm>
          <a:prstGeom prst="roundRect">
            <a:avLst/>
          </a:prstGeom>
          <a:solidFill>
            <a:srgbClr val="5B5B79"/>
          </a:solidFill>
        </p:spPr>
        <p:txBody>
          <a:bodyPr anchor="ctr">
            <a:normAutofit/>
          </a:bodyPr>
          <a:lstStyle>
            <a:lvl1pPr marL="0" indent="0">
              <a:buNone/>
              <a:defRPr sz="1800">
                <a:solidFill>
                  <a:schemeClr val="bg1"/>
                </a:solidFill>
                <a:latin typeface="Georgia" panose="02040502050405020303" pitchFamily="18" charset="0"/>
              </a:defRPr>
            </a:lvl1pPr>
          </a:lstStyle>
          <a:p>
            <a:pPr lvl="0"/>
            <a:r>
              <a:rPr lang="fr-FR" dirty="0"/>
              <a:t>   </a:t>
            </a:r>
            <a:r>
              <a:rPr lang="fr-FR" dirty="0" err="1"/>
              <a:t>Element</a:t>
            </a:r>
            <a:endParaRPr lang="fr-FR" dirty="0"/>
          </a:p>
        </p:txBody>
      </p:sp>
      <p:sp>
        <p:nvSpPr>
          <p:cNvPr id="27" name="Espace réservé du texte 9">
            <a:extLst>
              <a:ext uri="{FF2B5EF4-FFF2-40B4-BE49-F238E27FC236}">
                <a16:creationId xmlns:a16="http://schemas.microsoft.com/office/drawing/2014/main" id="{816AE6FF-D79D-C5A7-0BE9-ED0A603B550B}"/>
              </a:ext>
            </a:extLst>
          </p:cNvPr>
          <p:cNvSpPr>
            <a:spLocks noGrp="1"/>
          </p:cNvSpPr>
          <p:nvPr>
            <p:ph type="body" sz="quarter" idx="23" hasCustomPrompt="1"/>
          </p:nvPr>
        </p:nvSpPr>
        <p:spPr>
          <a:xfrm>
            <a:off x="6423397" y="4481834"/>
            <a:ext cx="369888" cy="365125"/>
          </a:xfrm>
          <a:prstGeom prst="ellipse">
            <a:avLst/>
          </a:prstGeom>
          <a:solidFill>
            <a:srgbClr val="71D2E3"/>
          </a:solidFill>
          <a:ln w="28575">
            <a:solidFill>
              <a:srgbClr val="5B5B79"/>
            </a:solidFill>
          </a:ln>
        </p:spPr>
        <p:txBody>
          <a:bodyPr anchor="ctr">
            <a:noAutofit/>
          </a:bodyPr>
          <a:lstStyle>
            <a:lvl1pPr marL="0" indent="0" algn="ctr">
              <a:buNone/>
              <a:defRPr sz="1600">
                <a:solidFill>
                  <a:srgbClr val="4A4A62"/>
                </a:solidFill>
                <a:latin typeface="Georgia" panose="02040502050405020303" pitchFamily="18" charset="0"/>
              </a:defRPr>
            </a:lvl1pPr>
          </a:lstStyle>
          <a:p>
            <a:pPr lvl="0"/>
            <a:r>
              <a:rPr lang="fr-FR" dirty="0"/>
              <a:t>5</a:t>
            </a:r>
          </a:p>
        </p:txBody>
      </p:sp>
      <p:sp>
        <p:nvSpPr>
          <p:cNvPr id="30" name="Espace réservé du texte 16">
            <a:extLst>
              <a:ext uri="{FF2B5EF4-FFF2-40B4-BE49-F238E27FC236}">
                <a16:creationId xmlns:a16="http://schemas.microsoft.com/office/drawing/2014/main" id="{9C75228B-04D0-E924-0326-88D4629F93F7}"/>
              </a:ext>
            </a:extLst>
          </p:cNvPr>
          <p:cNvSpPr>
            <a:spLocks noGrp="1"/>
          </p:cNvSpPr>
          <p:nvPr>
            <p:ph type="body" sz="quarter" idx="24" hasCustomPrompt="1"/>
          </p:nvPr>
        </p:nvSpPr>
        <p:spPr>
          <a:xfrm>
            <a:off x="6133219" y="5123589"/>
            <a:ext cx="3744000" cy="461963"/>
          </a:xfrm>
          <a:prstGeom prst="roundRect">
            <a:avLst/>
          </a:prstGeom>
          <a:solidFill>
            <a:srgbClr val="5B5B79"/>
          </a:solidFill>
        </p:spPr>
        <p:txBody>
          <a:bodyPr anchor="ctr">
            <a:normAutofit/>
          </a:bodyPr>
          <a:lstStyle>
            <a:lvl1pPr marL="0" indent="0">
              <a:buNone/>
              <a:defRPr sz="1800">
                <a:solidFill>
                  <a:schemeClr val="bg1"/>
                </a:solidFill>
                <a:latin typeface="Georgia" panose="02040502050405020303" pitchFamily="18" charset="0"/>
              </a:defRPr>
            </a:lvl1pPr>
          </a:lstStyle>
          <a:p>
            <a:pPr lvl="0"/>
            <a:r>
              <a:rPr lang="fr-FR" dirty="0"/>
              <a:t>   </a:t>
            </a:r>
            <a:r>
              <a:rPr lang="fr-FR" dirty="0" err="1"/>
              <a:t>Element</a:t>
            </a:r>
            <a:endParaRPr lang="fr-FR" dirty="0"/>
          </a:p>
        </p:txBody>
      </p:sp>
      <p:sp>
        <p:nvSpPr>
          <p:cNvPr id="31" name="Espace réservé du texte 9">
            <a:extLst>
              <a:ext uri="{FF2B5EF4-FFF2-40B4-BE49-F238E27FC236}">
                <a16:creationId xmlns:a16="http://schemas.microsoft.com/office/drawing/2014/main" id="{A43C1B98-A5C8-30E6-60E0-5B76DD83662A}"/>
              </a:ext>
            </a:extLst>
          </p:cNvPr>
          <p:cNvSpPr>
            <a:spLocks noGrp="1"/>
          </p:cNvSpPr>
          <p:nvPr>
            <p:ph type="body" sz="quarter" idx="25" hasCustomPrompt="1"/>
          </p:nvPr>
        </p:nvSpPr>
        <p:spPr>
          <a:xfrm>
            <a:off x="5948275" y="5172008"/>
            <a:ext cx="369888" cy="365125"/>
          </a:xfrm>
          <a:prstGeom prst="ellipse">
            <a:avLst/>
          </a:prstGeom>
          <a:solidFill>
            <a:srgbClr val="71D2E3"/>
          </a:solidFill>
          <a:ln w="28575">
            <a:solidFill>
              <a:srgbClr val="5B5B79"/>
            </a:solidFill>
          </a:ln>
        </p:spPr>
        <p:txBody>
          <a:bodyPr anchor="ctr">
            <a:noAutofit/>
          </a:bodyPr>
          <a:lstStyle>
            <a:lvl1pPr marL="0" indent="0" algn="ctr">
              <a:buNone/>
              <a:defRPr sz="1600">
                <a:solidFill>
                  <a:srgbClr val="4A4A62"/>
                </a:solidFill>
                <a:latin typeface="Georgia" panose="02040502050405020303" pitchFamily="18" charset="0"/>
              </a:defRPr>
            </a:lvl1pPr>
          </a:lstStyle>
          <a:p>
            <a:pPr lvl="0"/>
            <a:r>
              <a:rPr lang="fr-FR" dirty="0"/>
              <a:t>6</a:t>
            </a:r>
          </a:p>
        </p:txBody>
      </p:sp>
    </p:spTree>
    <p:extLst>
      <p:ext uri="{BB962C8B-B14F-4D97-AF65-F5344CB8AC3E}">
        <p14:creationId xmlns:p14="http://schemas.microsoft.com/office/powerpoint/2010/main" val="1724155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bjectif du cours">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86DD8B8-42E0-EE50-52E5-ABF93DAB75D0}"/>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e la date 2">
            <a:extLst>
              <a:ext uri="{FF2B5EF4-FFF2-40B4-BE49-F238E27FC236}">
                <a16:creationId xmlns:a16="http://schemas.microsoft.com/office/drawing/2014/main" id="{5823793E-6996-9061-A611-3F3A8F5C70A7}"/>
              </a:ext>
            </a:extLst>
          </p:cNvPr>
          <p:cNvSpPr>
            <a:spLocks noGrp="1"/>
          </p:cNvSpPr>
          <p:nvPr>
            <p:ph type="dt" sz="half" idx="10"/>
          </p:nvPr>
        </p:nvSpPr>
        <p:spPr/>
        <p:txBody>
          <a:bodyPr/>
          <a:lstStyle/>
          <a:p>
            <a:fld id="{3FC7A63F-C241-4404-9972-321D22827E34}" type="datetimeyyyy">
              <a:rPr lang="fr-FR" smtClean="0"/>
              <a:t>2026</a:t>
            </a:fld>
            <a:endParaRPr lang="fr-FR"/>
          </a:p>
        </p:txBody>
      </p:sp>
      <p:sp>
        <p:nvSpPr>
          <p:cNvPr id="4" name="Espace réservé du numéro de diapositive 3">
            <a:extLst>
              <a:ext uri="{FF2B5EF4-FFF2-40B4-BE49-F238E27FC236}">
                <a16:creationId xmlns:a16="http://schemas.microsoft.com/office/drawing/2014/main" id="{888C8C43-47DE-6455-9E6E-5C364A0D62D2}"/>
              </a:ext>
            </a:extLst>
          </p:cNvPr>
          <p:cNvSpPr>
            <a:spLocks noGrp="1"/>
          </p:cNvSpPr>
          <p:nvPr>
            <p:ph type="sldNum" sz="quarter" idx="11"/>
          </p:nvPr>
        </p:nvSpPr>
        <p:spPr/>
        <p:txBody>
          <a:bodyPr/>
          <a:lstStyle/>
          <a:p>
            <a:fld id="{5913F4F7-518B-459F-9B80-EE04630AFE87}" type="slidenum">
              <a:rPr lang="fr-FR" smtClean="0"/>
              <a:t>‹N°›</a:t>
            </a:fld>
            <a:endParaRPr lang="fr-FR"/>
          </a:p>
        </p:txBody>
      </p:sp>
      <p:sp>
        <p:nvSpPr>
          <p:cNvPr id="7" name="Titre 1">
            <a:extLst>
              <a:ext uri="{FF2B5EF4-FFF2-40B4-BE49-F238E27FC236}">
                <a16:creationId xmlns:a16="http://schemas.microsoft.com/office/drawing/2014/main" id="{B7693E6C-B585-CC51-4FA5-7D9B9C2AD819}"/>
              </a:ext>
            </a:extLst>
          </p:cNvPr>
          <p:cNvSpPr>
            <a:spLocks noGrp="1"/>
          </p:cNvSpPr>
          <p:nvPr>
            <p:ph type="title" hasCustomPrompt="1"/>
          </p:nvPr>
        </p:nvSpPr>
        <p:spPr>
          <a:xfrm>
            <a:off x="838200" y="963821"/>
            <a:ext cx="3932237" cy="1207865"/>
          </a:xfrm>
        </p:spPr>
        <p:txBody>
          <a:bodyPr anchor="b"/>
          <a:lstStyle>
            <a:lvl1pPr>
              <a:defRPr sz="3200">
                <a:solidFill>
                  <a:srgbClr val="5B5B79"/>
                </a:solidFill>
                <a:latin typeface="Georgia" panose="02040502050405020303" pitchFamily="18" charset="0"/>
              </a:defRPr>
            </a:lvl1pPr>
          </a:lstStyle>
          <a:p>
            <a:r>
              <a:rPr lang="fr-FR" dirty="0"/>
              <a:t>Objectifs du cours</a:t>
            </a:r>
          </a:p>
        </p:txBody>
      </p:sp>
      <p:cxnSp>
        <p:nvCxnSpPr>
          <p:cNvPr id="8" name="Connecteur droit 7">
            <a:extLst>
              <a:ext uri="{FF2B5EF4-FFF2-40B4-BE49-F238E27FC236}">
                <a16:creationId xmlns:a16="http://schemas.microsoft.com/office/drawing/2014/main" id="{63551730-B373-814C-2A90-06F87F056AA3}"/>
              </a:ext>
            </a:extLst>
          </p:cNvPr>
          <p:cNvCxnSpPr>
            <a:cxnSpLocks/>
          </p:cNvCxnSpPr>
          <p:nvPr userDrawn="1"/>
        </p:nvCxnSpPr>
        <p:spPr>
          <a:xfrm>
            <a:off x="836612" y="2196401"/>
            <a:ext cx="3710050" cy="0"/>
          </a:xfrm>
          <a:prstGeom prst="line">
            <a:avLst/>
          </a:prstGeom>
          <a:ln w="19050">
            <a:solidFill>
              <a:srgbClr val="5B5B79"/>
            </a:solidFill>
          </a:ln>
        </p:spPr>
        <p:style>
          <a:lnRef idx="3">
            <a:schemeClr val="accent1"/>
          </a:lnRef>
          <a:fillRef idx="0">
            <a:schemeClr val="accent1"/>
          </a:fillRef>
          <a:effectRef idx="2">
            <a:schemeClr val="accent1"/>
          </a:effectRef>
          <a:fontRef idx="minor">
            <a:schemeClr val="tx1"/>
          </a:fontRef>
        </p:style>
      </p:cxnSp>
      <p:sp>
        <p:nvSpPr>
          <p:cNvPr id="13" name="Espace réservé du texte 12">
            <a:extLst>
              <a:ext uri="{FF2B5EF4-FFF2-40B4-BE49-F238E27FC236}">
                <a16:creationId xmlns:a16="http://schemas.microsoft.com/office/drawing/2014/main" id="{8D71FACA-E88B-9533-D1DF-F1585077AD79}"/>
              </a:ext>
            </a:extLst>
          </p:cNvPr>
          <p:cNvSpPr>
            <a:spLocks noGrp="1"/>
          </p:cNvSpPr>
          <p:nvPr>
            <p:ph type="body" sz="quarter" idx="12" hasCustomPrompt="1"/>
          </p:nvPr>
        </p:nvSpPr>
        <p:spPr>
          <a:xfrm>
            <a:off x="836613" y="2405063"/>
            <a:ext cx="8118475" cy="3698875"/>
          </a:xfrm>
        </p:spPr>
        <p:txBody>
          <a:bodyPr/>
          <a:lstStyle>
            <a:lvl1pPr marL="228600" indent="-228600">
              <a:buClr>
                <a:srgbClr val="25A7BD"/>
              </a:buClr>
              <a:buFont typeface="Wingdings" panose="05000000000000000000" pitchFamily="2" charset="2"/>
              <a:buChar char="q"/>
              <a:defRPr/>
            </a:lvl1pPr>
          </a:lstStyle>
          <a:p>
            <a:pPr lvl="0"/>
            <a:r>
              <a:rPr lang="fr-FR" dirty="0"/>
              <a:t> Objectif 1</a:t>
            </a:r>
          </a:p>
          <a:p>
            <a:pPr lvl="0"/>
            <a:r>
              <a:rPr lang="fr-FR" dirty="0"/>
              <a:t> Objectif 2</a:t>
            </a:r>
          </a:p>
          <a:p>
            <a:pPr lvl="0"/>
            <a:r>
              <a:rPr lang="fr-FR" dirty="0"/>
              <a:t> Objectif 3</a:t>
            </a:r>
          </a:p>
        </p:txBody>
      </p:sp>
      <p:sp>
        <p:nvSpPr>
          <p:cNvPr id="14" name="Espace réservé du texte 11">
            <a:extLst>
              <a:ext uri="{FF2B5EF4-FFF2-40B4-BE49-F238E27FC236}">
                <a16:creationId xmlns:a16="http://schemas.microsoft.com/office/drawing/2014/main" id="{3658BA10-B4B9-41FE-4E67-12838D4EE067}"/>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Tree>
    <p:extLst>
      <p:ext uri="{BB962C8B-B14F-4D97-AF65-F5344CB8AC3E}">
        <p14:creationId xmlns:p14="http://schemas.microsoft.com/office/powerpoint/2010/main" val="2286352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quencement du chapitr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86DD8B8-42E0-EE50-52E5-ABF93DAB75D0}"/>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e la date 2">
            <a:extLst>
              <a:ext uri="{FF2B5EF4-FFF2-40B4-BE49-F238E27FC236}">
                <a16:creationId xmlns:a16="http://schemas.microsoft.com/office/drawing/2014/main" id="{5823793E-6996-9061-A611-3F3A8F5C70A7}"/>
              </a:ext>
            </a:extLst>
          </p:cNvPr>
          <p:cNvSpPr>
            <a:spLocks noGrp="1"/>
          </p:cNvSpPr>
          <p:nvPr>
            <p:ph type="dt" sz="half" idx="10"/>
          </p:nvPr>
        </p:nvSpPr>
        <p:spPr/>
        <p:txBody>
          <a:bodyPr/>
          <a:lstStyle/>
          <a:p>
            <a:fld id="{3FC7A63F-C241-4404-9972-321D22827E34}" type="datetimeyyyy">
              <a:rPr lang="fr-FR" smtClean="0"/>
              <a:t>2026</a:t>
            </a:fld>
            <a:endParaRPr lang="fr-FR"/>
          </a:p>
        </p:txBody>
      </p:sp>
      <p:sp>
        <p:nvSpPr>
          <p:cNvPr id="4" name="Espace réservé du numéro de diapositive 3">
            <a:extLst>
              <a:ext uri="{FF2B5EF4-FFF2-40B4-BE49-F238E27FC236}">
                <a16:creationId xmlns:a16="http://schemas.microsoft.com/office/drawing/2014/main" id="{888C8C43-47DE-6455-9E6E-5C364A0D62D2}"/>
              </a:ext>
            </a:extLst>
          </p:cNvPr>
          <p:cNvSpPr>
            <a:spLocks noGrp="1"/>
          </p:cNvSpPr>
          <p:nvPr>
            <p:ph type="sldNum" sz="quarter" idx="11"/>
          </p:nvPr>
        </p:nvSpPr>
        <p:spPr/>
        <p:txBody>
          <a:bodyPr/>
          <a:lstStyle/>
          <a:p>
            <a:fld id="{5913F4F7-518B-459F-9B80-EE04630AFE87}" type="slidenum">
              <a:rPr lang="fr-FR" smtClean="0"/>
              <a:t>‹N°›</a:t>
            </a:fld>
            <a:endParaRPr lang="fr-FR"/>
          </a:p>
        </p:txBody>
      </p:sp>
      <p:sp>
        <p:nvSpPr>
          <p:cNvPr id="7" name="Titre 1">
            <a:extLst>
              <a:ext uri="{FF2B5EF4-FFF2-40B4-BE49-F238E27FC236}">
                <a16:creationId xmlns:a16="http://schemas.microsoft.com/office/drawing/2014/main" id="{B7693E6C-B585-CC51-4FA5-7D9B9C2AD819}"/>
              </a:ext>
            </a:extLst>
          </p:cNvPr>
          <p:cNvSpPr>
            <a:spLocks noGrp="1"/>
          </p:cNvSpPr>
          <p:nvPr>
            <p:ph type="title" hasCustomPrompt="1"/>
          </p:nvPr>
        </p:nvSpPr>
        <p:spPr>
          <a:xfrm>
            <a:off x="838200" y="930874"/>
            <a:ext cx="5966254" cy="861869"/>
          </a:xfrm>
        </p:spPr>
        <p:txBody>
          <a:bodyPr anchor="b"/>
          <a:lstStyle>
            <a:lvl1pPr>
              <a:defRPr sz="3200">
                <a:solidFill>
                  <a:srgbClr val="5B5B79"/>
                </a:solidFill>
                <a:latin typeface="Georgia" panose="02040502050405020303" pitchFamily="18" charset="0"/>
              </a:defRPr>
            </a:lvl1pPr>
          </a:lstStyle>
          <a:p>
            <a:r>
              <a:rPr lang="fr-FR" dirty="0"/>
              <a:t>Séquencement du chapitre</a:t>
            </a:r>
          </a:p>
        </p:txBody>
      </p:sp>
      <p:cxnSp>
        <p:nvCxnSpPr>
          <p:cNvPr id="8" name="Connecteur droit 7">
            <a:extLst>
              <a:ext uri="{FF2B5EF4-FFF2-40B4-BE49-F238E27FC236}">
                <a16:creationId xmlns:a16="http://schemas.microsoft.com/office/drawing/2014/main" id="{63551730-B373-814C-2A90-06F87F056AA3}"/>
              </a:ext>
            </a:extLst>
          </p:cNvPr>
          <p:cNvCxnSpPr>
            <a:cxnSpLocks/>
          </p:cNvCxnSpPr>
          <p:nvPr userDrawn="1"/>
        </p:nvCxnSpPr>
        <p:spPr>
          <a:xfrm>
            <a:off x="836612" y="1817458"/>
            <a:ext cx="5382956" cy="0"/>
          </a:xfrm>
          <a:prstGeom prst="line">
            <a:avLst/>
          </a:prstGeom>
          <a:ln w="19050">
            <a:solidFill>
              <a:srgbClr val="5B5B79"/>
            </a:solidFill>
          </a:ln>
        </p:spPr>
        <p:style>
          <a:lnRef idx="3">
            <a:schemeClr val="accent1"/>
          </a:lnRef>
          <a:fillRef idx="0">
            <a:schemeClr val="accent1"/>
          </a:fillRef>
          <a:effectRef idx="2">
            <a:schemeClr val="accent1"/>
          </a:effectRef>
          <a:fontRef idx="minor">
            <a:schemeClr val="tx1"/>
          </a:fontRef>
        </p:style>
      </p:cxnSp>
      <p:sp>
        <p:nvSpPr>
          <p:cNvPr id="14" name="Espace réservé du texte 11">
            <a:extLst>
              <a:ext uri="{FF2B5EF4-FFF2-40B4-BE49-F238E27FC236}">
                <a16:creationId xmlns:a16="http://schemas.microsoft.com/office/drawing/2014/main" id="{3658BA10-B4B9-41FE-4E67-12838D4EE067}"/>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Tree>
    <p:extLst>
      <p:ext uri="{BB962C8B-B14F-4D97-AF65-F5344CB8AC3E}">
        <p14:creationId xmlns:p14="http://schemas.microsoft.com/office/powerpoint/2010/main" val="2439102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de section">
    <p:bg>
      <p:bgPr>
        <a:solidFill>
          <a:srgbClr val="DEDEE6">
            <a:alpha val="33725"/>
          </a:srgb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93A061-7A75-6FE0-9120-DED756E4F0B8}"/>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D58934C3-4BA2-FFCC-0639-6A6D5EC30DC7}"/>
              </a:ext>
            </a:extLst>
          </p:cNvPr>
          <p:cNvSpPr>
            <a:spLocks noGrp="1"/>
          </p:cNvSpPr>
          <p:nvPr>
            <p:ph type="title" hasCustomPrompt="1"/>
          </p:nvPr>
        </p:nvSpPr>
        <p:spPr>
          <a:xfrm>
            <a:off x="844550" y="1619128"/>
            <a:ext cx="10502900" cy="2808823"/>
          </a:xfrm>
          <a:prstGeom prst="homePlate">
            <a:avLst/>
          </a:prstGeom>
          <a:noFill/>
          <a:ln w="38100">
            <a:noFill/>
          </a:ln>
        </p:spPr>
        <p:txBody>
          <a:bodyPr anchor="ctr">
            <a:normAutofit/>
          </a:bodyPr>
          <a:lstStyle>
            <a:lvl1pPr algn="l">
              <a:defRPr sz="4800">
                <a:solidFill>
                  <a:srgbClr val="44445A"/>
                </a:solidFill>
              </a:defRPr>
            </a:lvl1pPr>
          </a:lstStyle>
          <a:p>
            <a:r>
              <a:rPr lang="fr-FR" dirty="0"/>
              <a:t>Nouvelle section (sous-titre)</a:t>
            </a:r>
          </a:p>
        </p:txBody>
      </p:sp>
      <p:sp>
        <p:nvSpPr>
          <p:cNvPr id="3" name="Espace réservé du texte 2">
            <a:extLst>
              <a:ext uri="{FF2B5EF4-FFF2-40B4-BE49-F238E27FC236}">
                <a16:creationId xmlns:a16="http://schemas.microsoft.com/office/drawing/2014/main" id="{693D4EC0-FAF0-DBA5-05F3-D57855A7AC0F}"/>
              </a:ext>
            </a:extLst>
          </p:cNvPr>
          <p:cNvSpPr>
            <a:spLocks noGrp="1"/>
          </p:cNvSpPr>
          <p:nvPr>
            <p:ph type="body" idx="1" hasCustomPrompt="1"/>
          </p:nvPr>
        </p:nvSpPr>
        <p:spPr>
          <a:xfrm>
            <a:off x="831849" y="4498853"/>
            <a:ext cx="10521951" cy="1500187"/>
          </a:xfrm>
          <a:solidFill>
            <a:srgbClr val="F4F4F6"/>
          </a:solidFill>
          <a:ln>
            <a:noFill/>
          </a:ln>
        </p:spPr>
        <p:txBody>
          <a:bodyPr/>
          <a:lstStyle>
            <a:lvl1pPr marL="0" indent="0">
              <a:buNone/>
              <a:defRPr sz="24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dirty="0"/>
              <a:t>Objectif de la section</a:t>
            </a:r>
          </a:p>
        </p:txBody>
      </p:sp>
      <p:sp>
        <p:nvSpPr>
          <p:cNvPr id="4" name="Espace réservé de la date 3">
            <a:extLst>
              <a:ext uri="{FF2B5EF4-FFF2-40B4-BE49-F238E27FC236}">
                <a16:creationId xmlns:a16="http://schemas.microsoft.com/office/drawing/2014/main" id="{53AE3AB2-72C9-5CE4-5CA6-DBA513F9DF6A}"/>
              </a:ext>
            </a:extLst>
          </p:cNvPr>
          <p:cNvSpPr>
            <a:spLocks noGrp="1"/>
          </p:cNvSpPr>
          <p:nvPr>
            <p:ph type="dt" sz="half" idx="10"/>
          </p:nvPr>
        </p:nvSpPr>
        <p:spPr/>
        <p:txBody>
          <a:bodyPr/>
          <a:lstStyle/>
          <a:p>
            <a:fld id="{5D3ABE1B-60A4-48AC-A9CB-287974B2B5F2}" type="datetimeyyyy">
              <a:rPr lang="fr-FR" smtClean="0"/>
              <a:t>2026</a:t>
            </a:fld>
            <a:endParaRPr lang="fr-FR"/>
          </a:p>
        </p:txBody>
      </p:sp>
      <p:sp>
        <p:nvSpPr>
          <p:cNvPr id="6" name="Espace réservé du numéro de diapositive 5">
            <a:extLst>
              <a:ext uri="{FF2B5EF4-FFF2-40B4-BE49-F238E27FC236}">
                <a16:creationId xmlns:a16="http://schemas.microsoft.com/office/drawing/2014/main" id="{D4D04652-4F58-4C4F-2F7D-0D8A8647DC5A}"/>
              </a:ext>
            </a:extLst>
          </p:cNvPr>
          <p:cNvSpPr>
            <a:spLocks noGrp="1"/>
          </p:cNvSpPr>
          <p:nvPr>
            <p:ph type="sldNum" sz="quarter" idx="12"/>
          </p:nvPr>
        </p:nvSpPr>
        <p:spPr/>
        <p:txBody>
          <a:bodyPr/>
          <a:lstStyle/>
          <a:p>
            <a:fld id="{5913F4F7-518B-459F-9B80-EE04630AFE87}" type="slidenum">
              <a:rPr lang="fr-FR" smtClean="0"/>
              <a:t>‹N°›</a:t>
            </a:fld>
            <a:endParaRPr lang="fr-FR"/>
          </a:p>
        </p:txBody>
      </p:sp>
      <p:sp>
        <p:nvSpPr>
          <p:cNvPr id="11" name="Espace réservé du texte 11">
            <a:extLst>
              <a:ext uri="{FF2B5EF4-FFF2-40B4-BE49-F238E27FC236}">
                <a16:creationId xmlns:a16="http://schemas.microsoft.com/office/drawing/2014/main" id="{07A013EC-F459-2AA1-DD33-4A9E68747497}"/>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
        <p:nvSpPr>
          <p:cNvPr id="7" name="Flèche : pentagone 6">
            <a:extLst>
              <a:ext uri="{FF2B5EF4-FFF2-40B4-BE49-F238E27FC236}">
                <a16:creationId xmlns:a16="http://schemas.microsoft.com/office/drawing/2014/main" id="{08C58FFA-7CA4-B54F-0EB0-EA2E08FBBC5B}"/>
              </a:ext>
            </a:extLst>
          </p:cNvPr>
          <p:cNvSpPr/>
          <p:nvPr userDrawn="1"/>
        </p:nvSpPr>
        <p:spPr>
          <a:xfrm>
            <a:off x="849000" y="1619128"/>
            <a:ext cx="10504800" cy="2808823"/>
          </a:xfrm>
          <a:prstGeom prst="homePlate">
            <a:avLst/>
          </a:prstGeom>
          <a:noFill/>
          <a:ln w="38100">
            <a:solidFill>
              <a:srgbClr val="71D2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720551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E2A3A3-5D81-A44C-8CF5-7FC802E968EF}"/>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08551E04-F707-FA3D-C551-875AED555494}"/>
              </a:ext>
            </a:extLst>
          </p:cNvPr>
          <p:cNvSpPr>
            <a:spLocks noGrp="1"/>
          </p:cNvSpPr>
          <p:nvPr>
            <p:ph type="title" hasCustomPrompt="1"/>
          </p:nvPr>
        </p:nvSpPr>
        <p:spPr>
          <a:xfrm>
            <a:off x="838200" y="510654"/>
            <a:ext cx="10515600" cy="1038060"/>
          </a:xfrm>
        </p:spPr>
        <p:txBody>
          <a:bodyPr/>
          <a:lstStyle>
            <a:lvl1pPr>
              <a:defRPr/>
            </a:lvl1pPr>
          </a:lstStyle>
          <a:p>
            <a:r>
              <a:rPr lang="fr-FR" dirty="0"/>
              <a:t>Titre de la section</a:t>
            </a:r>
          </a:p>
        </p:txBody>
      </p:sp>
      <p:sp>
        <p:nvSpPr>
          <p:cNvPr id="3" name="Espace réservé du contenu 2">
            <a:extLst>
              <a:ext uri="{FF2B5EF4-FFF2-40B4-BE49-F238E27FC236}">
                <a16:creationId xmlns:a16="http://schemas.microsoft.com/office/drawing/2014/main" id="{FC0A6EDD-6208-3193-52EA-BA15A9B48C22}"/>
              </a:ext>
            </a:extLst>
          </p:cNvPr>
          <p:cNvSpPr>
            <a:spLocks noGrp="1"/>
          </p:cNvSpPr>
          <p:nvPr>
            <p:ph idx="1"/>
          </p:nvPr>
        </p:nvSpPr>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EE2AD53C-090C-6CF4-23DE-7F47ECA876C0}"/>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6" name="Espace réservé du numéro de diapositive 5">
            <a:extLst>
              <a:ext uri="{FF2B5EF4-FFF2-40B4-BE49-F238E27FC236}">
                <a16:creationId xmlns:a16="http://schemas.microsoft.com/office/drawing/2014/main" id="{3297FB7C-46F8-20BE-AF64-0FAEB82A40FD}"/>
              </a:ext>
            </a:extLst>
          </p:cNvPr>
          <p:cNvSpPr>
            <a:spLocks noGrp="1"/>
          </p:cNvSpPr>
          <p:nvPr>
            <p:ph type="sldNum" sz="quarter" idx="12"/>
          </p:nvPr>
        </p:nvSpPr>
        <p:spPr/>
        <p:txBody>
          <a:bodyPr/>
          <a:lstStyle/>
          <a:p>
            <a:fld id="{5913F4F7-518B-459F-9B80-EE04630AFE87}" type="slidenum">
              <a:rPr lang="fr-FR" smtClean="0"/>
              <a:t>‹N°›</a:t>
            </a:fld>
            <a:endParaRPr lang="fr-FR" dirty="0"/>
          </a:p>
        </p:txBody>
      </p:sp>
      <p:sp>
        <p:nvSpPr>
          <p:cNvPr id="12" name="Espace réservé du texte 11">
            <a:extLst>
              <a:ext uri="{FF2B5EF4-FFF2-40B4-BE49-F238E27FC236}">
                <a16:creationId xmlns:a16="http://schemas.microsoft.com/office/drawing/2014/main" id="{291A65E0-77B9-A4D4-4E48-B27691D3819A}"/>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Tree>
    <p:extLst>
      <p:ext uri="{BB962C8B-B14F-4D97-AF65-F5344CB8AC3E}">
        <p14:creationId xmlns:p14="http://schemas.microsoft.com/office/powerpoint/2010/main" val="3396663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 de citation">
    <p:bg>
      <p:bgPr>
        <a:solidFill>
          <a:srgbClr val="DEDEE6">
            <a:alpha val="48000"/>
          </a:srgb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47F81CF-8BB9-C38D-C7CE-E73EBA5AF27C}"/>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61145B3E-3E19-29D9-1753-D229D9C9B4F0}"/>
              </a:ext>
            </a:extLst>
          </p:cNvPr>
          <p:cNvSpPr>
            <a:spLocks noGrp="1"/>
          </p:cNvSpPr>
          <p:nvPr>
            <p:ph type="title" hasCustomPrompt="1"/>
          </p:nvPr>
        </p:nvSpPr>
        <p:spPr>
          <a:xfrm>
            <a:off x="838200" y="2151170"/>
            <a:ext cx="10515600" cy="2555660"/>
          </a:xfrm>
        </p:spPr>
        <p:txBody>
          <a:bodyPr/>
          <a:lstStyle>
            <a:lvl1pPr algn="ctr">
              <a:defRPr i="1">
                <a:solidFill>
                  <a:srgbClr val="4A4A62"/>
                </a:solidFill>
              </a:defRPr>
            </a:lvl1pPr>
          </a:lstStyle>
          <a:p>
            <a:r>
              <a:rPr lang="fr-FR" dirty="0"/>
              <a:t>« Ajouter une citation »</a:t>
            </a:r>
          </a:p>
        </p:txBody>
      </p:sp>
      <p:sp>
        <p:nvSpPr>
          <p:cNvPr id="3" name="Espace réservé de la date 2">
            <a:extLst>
              <a:ext uri="{FF2B5EF4-FFF2-40B4-BE49-F238E27FC236}">
                <a16:creationId xmlns:a16="http://schemas.microsoft.com/office/drawing/2014/main" id="{2DB8875C-4376-ABBB-2C21-B57321E74233}"/>
              </a:ext>
            </a:extLst>
          </p:cNvPr>
          <p:cNvSpPr>
            <a:spLocks noGrp="1"/>
          </p:cNvSpPr>
          <p:nvPr>
            <p:ph type="dt" sz="half" idx="10"/>
          </p:nvPr>
        </p:nvSpPr>
        <p:spPr/>
        <p:txBody>
          <a:bodyPr/>
          <a:lstStyle/>
          <a:p>
            <a:fld id="{3524373B-7856-40F1-9D3D-FF5BDB39C76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6B21BBBB-79BA-E69A-0C83-5E144D89A3D0}"/>
              </a:ext>
            </a:extLst>
          </p:cNvPr>
          <p:cNvSpPr>
            <a:spLocks noGrp="1"/>
          </p:cNvSpPr>
          <p:nvPr>
            <p:ph type="sldNum" sz="quarter" idx="12"/>
          </p:nvPr>
        </p:nvSpPr>
        <p:spPr/>
        <p:txBody>
          <a:bodyPr/>
          <a:lstStyle/>
          <a:p>
            <a:fld id="{5913F4F7-518B-459F-9B80-EE04630AFE87}" type="slidenum">
              <a:rPr lang="fr-FR" smtClean="0"/>
              <a:t>‹N°›</a:t>
            </a:fld>
            <a:endParaRPr lang="fr-FR"/>
          </a:p>
        </p:txBody>
      </p:sp>
      <p:sp>
        <p:nvSpPr>
          <p:cNvPr id="10" name="Espace réservé du texte 11">
            <a:extLst>
              <a:ext uri="{FF2B5EF4-FFF2-40B4-BE49-F238E27FC236}">
                <a16:creationId xmlns:a16="http://schemas.microsoft.com/office/drawing/2014/main" id="{E9B6F674-204A-8985-6826-6EB7178B65D4}"/>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Tree>
    <p:extLst>
      <p:ext uri="{BB962C8B-B14F-4D97-AF65-F5344CB8AC3E}">
        <p14:creationId xmlns:p14="http://schemas.microsoft.com/office/powerpoint/2010/main" val="4293487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apo des graphique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0DDF4AB-0CEB-0B10-4262-C615D46B5F0F}"/>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61145B3E-3E19-29D9-1753-D229D9C9B4F0}"/>
              </a:ext>
            </a:extLst>
          </p:cNvPr>
          <p:cNvSpPr>
            <a:spLocks noGrp="1"/>
          </p:cNvSpPr>
          <p:nvPr>
            <p:ph type="title" hasCustomPrompt="1"/>
          </p:nvPr>
        </p:nvSpPr>
        <p:spPr>
          <a:xfrm>
            <a:off x="838200" y="510654"/>
            <a:ext cx="10515600" cy="1038060"/>
          </a:xfrm>
        </p:spPr>
        <p:txBody>
          <a:bodyPr/>
          <a:lstStyle>
            <a:lvl1pPr>
              <a:defRPr/>
            </a:lvl1pPr>
          </a:lstStyle>
          <a:p>
            <a:r>
              <a:rPr lang="fr-FR" dirty="0"/>
              <a:t>Titre de la section</a:t>
            </a:r>
          </a:p>
        </p:txBody>
      </p:sp>
      <p:sp>
        <p:nvSpPr>
          <p:cNvPr id="3" name="Espace réservé de la date 2">
            <a:extLst>
              <a:ext uri="{FF2B5EF4-FFF2-40B4-BE49-F238E27FC236}">
                <a16:creationId xmlns:a16="http://schemas.microsoft.com/office/drawing/2014/main" id="{2DB8875C-4376-ABBB-2C21-B57321E74233}"/>
              </a:ext>
            </a:extLst>
          </p:cNvPr>
          <p:cNvSpPr>
            <a:spLocks noGrp="1"/>
          </p:cNvSpPr>
          <p:nvPr>
            <p:ph type="dt" sz="half" idx="10"/>
          </p:nvPr>
        </p:nvSpPr>
        <p:spPr/>
        <p:txBody>
          <a:bodyPr/>
          <a:lstStyle/>
          <a:p>
            <a:fld id="{3524373B-7856-40F1-9D3D-FF5BDB39C76A}" type="datetimeyyyy">
              <a:rPr lang="fr-FR" smtClean="0"/>
              <a:t>2026</a:t>
            </a:fld>
            <a:endParaRPr lang="fr-FR" dirty="0"/>
          </a:p>
        </p:txBody>
      </p:sp>
      <p:sp>
        <p:nvSpPr>
          <p:cNvPr id="5" name="Espace réservé du numéro de diapositive 4">
            <a:extLst>
              <a:ext uri="{FF2B5EF4-FFF2-40B4-BE49-F238E27FC236}">
                <a16:creationId xmlns:a16="http://schemas.microsoft.com/office/drawing/2014/main" id="{6B21BBBB-79BA-E69A-0C83-5E144D89A3D0}"/>
              </a:ext>
            </a:extLst>
          </p:cNvPr>
          <p:cNvSpPr>
            <a:spLocks noGrp="1"/>
          </p:cNvSpPr>
          <p:nvPr>
            <p:ph type="sldNum" sz="quarter" idx="12"/>
          </p:nvPr>
        </p:nvSpPr>
        <p:spPr/>
        <p:txBody>
          <a:bodyPr/>
          <a:lstStyle/>
          <a:p>
            <a:fld id="{5913F4F7-518B-459F-9B80-EE04630AFE87}" type="slidenum">
              <a:rPr lang="fr-FR" smtClean="0"/>
              <a:t>‹N°›</a:t>
            </a:fld>
            <a:endParaRPr lang="fr-FR"/>
          </a:p>
        </p:txBody>
      </p:sp>
      <p:sp>
        <p:nvSpPr>
          <p:cNvPr id="10" name="Espace réservé du texte 11">
            <a:extLst>
              <a:ext uri="{FF2B5EF4-FFF2-40B4-BE49-F238E27FC236}">
                <a16:creationId xmlns:a16="http://schemas.microsoft.com/office/drawing/2014/main" id="{E9B6F674-204A-8985-6826-6EB7178B65D4}"/>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
        <p:nvSpPr>
          <p:cNvPr id="6" name="Espace réservé du texte 5">
            <a:extLst>
              <a:ext uri="{FF2B5EF4-FFF2-40B4-BE49-F238E27FC236}">
                <a16:creationId xmlns:a16="http://schemas.microsoft.com/office/drawing/2014/main" id="{B2272026-C183-F130-A83C-DEC0A72B7A59}"/>
              </a:ext>
            </a:extLst>
          </p:cNvPr>
          <p:cNvSpPr>
            <a:spLocks noGrp="1"/>
          </p:cNvSpPr>
          <p:nvPr>
            <p:ph type="body" sz="quarter" idx="14" hasCustomPrompt="1"/>
          </p:nvPr>
        </p:nvSpPr>
        <p:spPr>
          <a:xfrm>
            <a:off x="838200" y="1567116"/>
            <a:ext cx="10515600" cy="508815"/>
          </a:xfrm>
        </p:spPr>
        <p:txBody>
          <a:bodyPr/>
          <a:lstStyle>
            <a:lvl1pPr marL="0" indent="0" algn="ctr">
              <a:buNone/>
              <a:defRPr>
                <a:solidFill>
                  <a:srgbClr val="4A4A62"/>
                </a:solidFill>
              </a:defRPr>
            </a:lvl1pPr>
          </a:lstStyle>
          <a:p>
            <a:pPr lvl="0"/>
            <a:r>
              <a:rPr lang="fr-FR" dirty="0"/>
              <a:t>Titre du graphique / illustration</a:t>
            </a:r>
          </a:p>
        </p:txBody>
      </p:sp>
      <p:sp>
        <p:nvSpPr>
          <p:cNvPr id="9" name="Espace réservé du texte 5">
            <a:extLst>
              <a:ext uri="{FF2B5EF4-FFF2-40B4-BE49-F238E27FC236}">
                <a16:creationId xmlns:a16="http://schemas.microsoft.com/office/drawing/2014/main" id="{32C05F15-E655-E71A-FE62-A79662C8F19C}"/>
              </a:ext>
            </a:extLst>
          </p:cNvPr>
          <p:cNvSpPr>
            <a:spLocks noGrp="1"/>
          </p:cNvSpPr>
          <p:nvPr>
            <p:ph type="body" sz="quarter" idx="16" hasCustomPrompt="1"/>
          </p:nvPr>
        </p:nvSpPr>
        <p:spPr>
          <a:xfrm>
            <a:off x="2821483" y="5920474"/>
            <a:ext cx="6549035" cy="365125"/>
          </a:xfrm>
        </p:spPr>
        <p:txBody>
          <a:bodyPr>
            <a:normAutofit/>
          </a:bodyPr>
          <a:lstStyle>
            <a:lvl1pPr marL="0" indent="0" algn="ctr">
              <a:buNone/>
              <a:defRPr sz="1200" i="1">
                <a:solidFill>
                  <a:schemeClr val="tx1">
                    <a:lumMod val="75000"/>
                    <a:lumOff val="25000"/>
                  </a:schemeClr>
                </a:solidFill>
              </a:defRPr>
            </a:lvl1pPr>
          </a:lstStyle>
          <a:p>
            <a:pPr lvl="0"/>
            <a:r>
              <a:rPr lang="fr-FR" dirty="0"/>
              <a:t>Légende</a:t>
            </a:r>
          </a:p>
        </p:txBody>
      </p:sp>
      <p:sp>
        <p:nvSpPr>
          <p:cNvPr id="8" name="Espace réservé du contenu 7">
            <a:extLst>
              <a:ext uri="{FF2B5EF4-FFF2-40B4-BE49-F238E27FC236}">
                <a16:creationId xmlns:a16="http://schemas.microsoft.com/office/drawing/2014/main" id="{E9DBC81C-593B-6262-CC8F-B98BB39E8BC2}"/>
              </a:ext>
            </a:extLst>
          </p:cNvPr>
          <p:cNvSpPr>
            <a:spLocks noGrp="1"/>
          </p:cNvSpPr>
          <p:nvPr>
            <p:ph sz="quarter" idx="15"/>
          </p:nvPr>
        </p:nvSpPr>
        <p:spPr>
          <a:xfrm>
            <a:off x="2344701" y="2094333"/>
            <a:ext cx="7502599" cy="37883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102982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 2 concep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A2C47A-A6DB-833F-D562-AC20A30E0EB1}"/>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61145B3E-3E19-29D9-1753-D229D9C9B4F0}"/>
              </a:ext>
            </a:extLst>
          </p:cNvPr>
          <p:cNvSpPr>
            <a:spLocks noGrp="1"/>
          </p:cNvSpPr>
          <p:nvPr>
            <p:ph type="title" hasCustomPrompt="1"/>
          </p:nvPr>
        </p:nvSpPr>
        <p:spPr/>
        <p:txBody>
          <a:bodyPr/>
          <a:lstStyle/>
          <a:p>
            <a:r>
              <a:rPr lang="fr-FR" dirty="0"/>
              <a:t>Titre de la section</a:t>
            </a:r>
          </a:p>
        </p:txBody>
      </p:sp>
      <p:sp>
        <p:nvSpPr>
          <p:cNvPr id="3" name="Espace réservé de la date 2">
            <a:extLst>
              <a:ext uri="{FF2B5EF4-FFF2-40B4-BE49-F238E27FC236}">
                <a16:creationId xmlns:a16="http://schemas.microsoft.com/office/drawing/2014/main" id="{2DB8875C-4376-ABBB-2C21-B57321E74233}"/>
              </a:ext>
            </a:extLst>
          </p:cNvPr>
          <p:cNvSpPr>
            <a:spLocks noGrp="1"/>
          </p:cNvSpPr>
          <p:nvPr>
            <p:ph type="dt" sz="half" idx="10"/>
          </p:nvPr>
        </p:nvSpPr>
        <p:spPr/>
        <p:txBody>
          <a:bodyPr/>
          <a:lstStyle/>
          <a:p>
            <a:fld id="{3524373B-7856-40F1-9D3D-FF5BDB39C76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6B21BBBB-79BA-E69A-0C83-5E144D89A3D0}"/>
              </a:ext>
            </a:extLst>
          </p:cNvPr>
          <p:cNvSpPr>
            <a:spLocks noGrp="1"/>
          </p:cNvSpPr>
          <p:nvPr>
            <p:ph type="sldNum" sz="quarter" idx="12"/>
          </p:nvPr>
        </p:nvSpPr>
        <p:spPr/>
        <p:txBody>
          <a:bodyPr/>
          <a:lstStyle/>
          <a:p>
            <a:fld id="{5913F4F7-518B-459F-9B80-EE04630AFE87}" type="slidenum">
              <a:rPr lang="fr-FR" smtClean="0"/>
              <a:t>‹N°›</a:t>
            </a:fld>
            <a:endParaRPr lang="fr-FR"/>
          </a:p>
        </p:txBody>
      </p:sp>
      <p:sp>
        <p:nvSpPr>
          <p:cNvPr id="10" name="Espace réservé du texte 11">
            <a:extLst>
              <a:ext uri="{FF2B5EF4-FFF2-40B4-BE49-F238E27FC236}">
                <a16:creationId xmlns:a16="http://schemas.microsoft.com/office/drawing/2014/main" id="{E9B6F674-204A-8985-6826-6EB7178B65D4}"/>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
        <p:nvSpPr>
          <p:cNvPr id="11" name="Espace réservé du texte 10">
            <a:extLst>
              <a:ext uri="{FF2B5EF4-FFF2-40B4-BE49-F238E27FC236}">
                <a16:creationId xmlns:a16="http://schemas.microsoft.com/office/drawing/2014/main" id="{A97F83F5-D610-BDE4-8554-40DD5E22877B}"/>
              </a:ext>
            </a:extLst>
          </p:cNvPr>
          <p:cNvSpPr>
            <a:spLocks noGrp="1"/>
          </p:cNvSpPr>
          <p:nvPr>
            <p:ph type="body" sz="quarter" idx="15"/>
          </p:nvPr>
        </p:nvSpPr>
        <p:spPr>
          <a:xfrm>
            <a:off x="1565191" y="2545364"/>
            <a:ext cx="3633229" cy="3352800"/>
          </a:xfrm>
          <a:prstGeom prst="roundRect">
            <a:avLst/>
          </a:prstGeom>
          <a:ln w="3175">
            <a:solidFill>
              <a:srgbClr val="A7A7BD"/>
            </a:solidFill>
          </a:ln>
        </p:spPr>
        <p:txBody>
          <a:bodyPr>
            <a:normAutofit/>
          </a:bodyPr>
          <a:lstStyle>
            <a:lvl1pPr>
              <a:defRPr sz="2000"/>
            </a:lvl1pPr>
            <a:lvl2pPr>
              <a:defRPr sz="1800"/>
            </a:lvl2pPr>
            <a:lvl3pPr>
              <a:defRPr sz="1600"/>
            </a:lvl3pPr>
            <a:lvl4pPr>
              <a:defRPr sz="1400"/>
            </a:lvl4pPr>
            <a:lvl5pPr>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2" name="Espace réservé du texte 10">
            <a:extLst>
              <a:ext uri="{FF2B5EF4-FFF2-40B4-BE49-F238E27FC236}">
                <a16:creationId xmlns:a16="http://schemas.microsoft.com/office/drawing/2014/main" id="{31951B69-5AFA-FE73-4E72-3CCE25405B41}"/>
              </a:ext>
            </a:extLst>
          </p:cNvPr>
          <p:cNvSpPr>
            <a:spLocks noGrp="1"/>
          </p:cNvSpPr>
          <p:nvPr>
            <p:ph type="body" sz="quarter" idx="16"/>
          </p:nvPr>
        </p:nvSpPr>
        <p:spPr>
          <a:xfrm>
            <a:off x="6997872" y="2545364"/>
            <a:ext cx="3633229" cy="3352800"/>
          </a:xfrm>
          <a:prstGeom prst="roundRect">
            <a:avLst/>
          </a:prstGeom>
          <a:ln w="3175">
            <a:solidFill>
              <a:srgbClr val="A7A7BD"/>
            </a:solidFill>
          </a:ln>
        </p:spPr>
        <p:txBody>
          <a:bodyPr>
            <a:normAutofit/>
          </a:bodyPr>
          <a:lstStyle>
            <a:lvl1pPr>
              <a:defRPr sz="2000"/>
            </a:lvl1pPr>
            <a:lvl2pPr>
              <a:defRPr sz="1800"/>
            </a:lvl2pPr>
            <a:lvl3pPr>
              <a:defRPr sz="1600"/>
            </a:lvl3pPr>
            <a:lvl4pPr>
              <a:defRPr sz="1400"/>
            </a:lvl4pPr>
            <a:lvl5pPr>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6" name="Groupe 5">
            <a:extLst>
              <a:ext uri="{FF2B5EF4-FFF2-40B4-BE49-F238E27FC236}">
                <a16:creationId xmlns:a16="http://schemas.microsoft.com/office/drawing/2014/main" id="{42E287E3-4685-7418-2838-A7DA200DE5EB}"/>
              </a:ext>
            </a:extLst>
          </p:cNvPr>
          <p:cNvGrpSpPr/>
          <p:nvPr userDrawn="1"/>
        </p:nvGrpSpPr>
        <p:grpSpPr>
          <a:xfrm>
            <a:off x="5362831" y="2384897"/>
            <a:ext cx="1466339" cy="1235804"/>
            <a:chOff x="5362831" y="2384897"/>
            <a:chExt cx="1466339" cy="1235804"/>
          </a:xfrm>
        </p:grpSpPr>
        <p:sp>
          <p:nvSpPr>
            <p:cNvPr id="13" name="Flèche : courbe vers la gauche 12">
              <a:extLst>
                <a:ext uri="{FF2B5EF4-FFF2-40B4-BE49-F238E27FC236}">
                  <a16:creationId xmlns:a16="http://schemas.microsoft.com/office/drawing/2014/main" id="{2BA23E16-400D-77C6-B1E1-CF333E96E327}"/>
                </a:ext>
              </a:extLst>
            </p:cNvPr>
            <p:cNvSpPr/>
            <p:nvPr userDrawn="1"/>
          </p:nvSpPr>
          <p:spPr>
            <a:xfrm rot="1568183">
              <a:off x="5362831" y="2384897"/>
              <a:ext cx="387179" cy="1235804"/>
            </a:xfrm>
            <a:prstGeom prst="curvedLeftArrow">
              <a:avLst>
                <a:gd name="adj1" fmla="val 25000"/>
                <a:gd name="adj2" fmla="val 62979"/>
                <a:gd name="adj3" fmla="val 35638"/>
              </a:avLst>
            </a:prstGeom>
            <a:solidFill>
              <a:srgbClr val="5B5B79"/>
            </a:solidFill>
            <a:ln>
              <a:solidFill>
                <a:srgbClr val="71D2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4" name="Flèche : courbe vers la gauche 13">
              <a:extLst>
                <a:ext uri="{FF2B5EF4-FFF2-40B4-BE49-F238E27FC236}">
                  <a16:creationId xmlns:a16="http://schemas.microsoft.com/office/drawing/2014/main" id="{6D20FF0B-320E-4158-BE78-D87D2E4DB965}"/>
                </a:ext>
              </a:extLst>
            </p:cNvPr>
            <p:cNvSpPr/>
            <p:nvPr userDrawn="1"/>
          </p:nvSpPr>
          <p:spPr>
            <a:xfrm rot="20031817" flipH="1">
              <a:off x="6441991" y="2384897"/>
              <a:ext cx="387179" cy="1235804"/>
            </a:xfrm>
            <a:prstGeom prst="curvedLeftArrow">
              <a:avLst>
                <a:gd name="adj1" fmla="val 25000"/>
                <a:gd name="adj2" fmla="val 62979"/>
                <a:gd name="adj3" fmla="val 35638"/>
              </a:avLst>
            </a:prstGeom>
            <a:solidFill>
              <a:srgbClr val="5B5B79"/>
            </a:solidFill>
            <a:ln>
              <a:solidFill>
                <a:srgbClr val="71D2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sp>
        <p:nvSpPr>
          <p:cNvPr id="8" name="Espace réservé du texte 7">
            <a:extLst>
              <a:ext uri="{FF2B5EF4-FFF2-40B4-BE49-F238E27FC236}">
                <a16:creationId xmlns:a16="http://schemas.microsoft.com/office/drawing/2014/main" id="{6663C9A6-46DF-81A3-A48F-45698654A102}"/>
              </a:ext>
            </a:extLst>
          </p:cNvPr>
          <p:cNvSpPr>
            <a:spLocks noGrp="1"/>
          </p:cNvSpPr>
          <p:nvPr>
            <p:ph type="body" sz="quarter" idx="14" hasCustomPrompt="1"/>
          </p:nvPr>
        </p:nvSpPr>
        <p:spPr>
          <a:xfrm>
            <a:off x="4543361" y="1702272"/>
            <a:ext cx="3105279" cy="772772"/>
          </a:xfrm>
          <a:prstGeom prst="roundRect">
            <a:avLst/>
          </a:prstGeom>
          <a:solidFill>
            <a:srgbClr val="71D2E3"/>
          </a:solidFill>
          <a:ln>
            <a:noFill/>
          </a:ln>
        </p:spPr>
        <p:txBody>
          <a:bodyPr anchor="ctr"/>
          <a:lstStyle>
            <a:lvl1pPr marL="0" indent="0" algn="ctr">
              <a:buNone/>
              <a:defRPr>
                <a:solidFill>
                  <a:srgbClr val="4A4A62"/>
                </a:solidFill>
              </a:defRPr>
            </a:lvl1pPr>
          </a:lstStyle>
          <a:p>
            <a:pPr lvl="0"/>
            <a:r>
              <a:rPr lang="fr-FR" dirty="0"/>
              <a:t>Concept en 2 parties</a:t>
            </a:r>
          </a:p>
        </p:txBody>
      </p:sp>
    </p:spTree>
    <p:extLst>
      <p:ext uri="{BB962C8B-B14F-4D97-AF65-F5344CB8AC3E}">
        <p14:creationId xmlns:p14="http://schemas.microsoft.com/office/powerpoint/2010/main" val="318220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apo- plusieurs concepts">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AE5ABDEF-01FD-8CCA-19AA-111C00997CA3}"/>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A43BA4E8-ED0E-F2CD-BB96-1DD4C9038B5E}"/>
              </a:ext>
            </a:extLst>
          </p:cNvPr>
          <p:cNvSpPr>
            <a:spLocks noGrp="1"/>
          </p:cNvSpPr>
          <p:nvPr>
            <p:ph type="title" hasCustomPrompt="1"/>
          </p:nvPr>
        </p:nvSpPr>
        <p:spPr/>
        <p:txBody>
          <a:bodyPr/>
          <a:lstStyle/>
          <a:p>
            <a:r>
              <a:rPr lang="fr-FR" dirty="0"/>
              <a:t>Titre de la section</a:t>
            </a:r>
          </a:p>
        </p:txBody>
      </p:sp>
      <p:sp>
        <p:nvSpPr>
          <p:cNvPr id="3" name="Espace réservé de la date 2">
            <a:extLst>
              <a:ext uri="{FF2B5EF4-FFF2-40B4-BE49-F238E27FC236}">
                <a16:creationId xmlns:a16="http://schemas.microsoft.com/office/drawing/2014/main" id="{BD17FD28-A841-7958-29F2-07974F4220CD}"/>
              </a:ext>
            </a:extLst>
          </p:cNvPr>
          <p:cNvSpPr>
            <a:spLocks noGrp="1"/>
          </p:cNvSpPr>
          <p:nvPr>
            <p:ph type="dt" sz="half" idx="10"/>
          </p:nvPr>
        </p:nvSpPr>
        <p:spPr/>
        <p:txBody>
          <a:bodyPr/>
          <a:lstStyle/>
          <a:p>
            <a:fld id="{3FC7A63F-C241-4404-9972-321D22827E34}" type="datetimeyyyy">
              <a:rPr lang="fr-FR" smtClean="0"/>
              <a:t>2026</a:t>
            </a:fld>
            <a:endParaRPr lang="fr-FR"/>
          </a:p>
        </p:txBody>
      </p:sp>
      <p:sp>
        <p:nvSpPr>
          <p:cNvPr id="4" name="Espace réservé du numéro de diapositive 3">
            <a:extLst>
              <a:ext uri="{FF2B5EF4-FFF2-40B4-BE49-F238E27FC236}">
                <a16:creationId xmlns:a16="http://schemas.microsoft.com/office/drawing/2014/main" id="{8416B1AA-FD11-8AE2-1BD6-73E6162AEB48}"/>
              </a:ext>
            </a:extLst>
          </p:cNvPr>
          <p:cNvSpPr>
            <a:spLocks noGrp="1"/>
          </p:cNvSpPr>
          <p:nvPr>
            <p:ph type="sldNum" sz="quarter" idx="11"/>
          </p:nvPr>
        </p:nvSpPr>
        <p:spPr/>
        <p:txBody>
          <a:bodyPr/>
          <a:lstStyle/>
          <a:p>
            <a:fld id="{5913F4F7-518B-459F-9B80-EE04630AFE87}" type="slidenum">
              <a:rPr lang="fr-FR" smtClean="0"/>
              <a:t>‹N°›</a:t>
            </a:fld>
            <a:endParaRPr lang="fr-FR"/>
          </a:p>
        </p:txBody>
      </p:sp>
      <p:grpSp>
        <p:nvGrpSpPr>
          <p:cNvPr id="32" name="Groupe 31">
            <a:extLst>
              <a:ext uri="{FF2B5EF4-FFF2-40B4-BE49-F238E27FC236}">
                <a16:creationId xmlns:a16="http://schemas.microsoft.com/office/drawing/2014/main" id="{7578F135-D8F7-47F7-0CFD-C3A97721B18C}"/>
              </a:ext>
            </a:extLst>
          </p:cNvPr>
          <p:cNvGrpSpPr/>
          <p:nvPr userDrawn="1"/>
        </p:nvGrpSpPr>
        <p:grpSpPr>
          <a:xfrm>
            <a:off x="838200" y="1842072"/>
            <a:ext cx="2543433" cy="4222608"/>
            <a:chOff x="838200" y="1842072"/>
            <a:chExt cx="2543433" cy="4222608"/>
          </a:xfrm>
        </p:grpSpPr>
        <p:sp>
          <p:nvSpPr>
            <p:cNvPr id="12" name="Rectangle : coins arrondis 11">
              <a:extLst>
                <a:ext uri="{FF2B5EF4-FFF2-40B4-BE49-F238E27FC236}">
                  <a16:creationId xmlns:a16="http://schemas.microsoft.com/office/drawing/2014/main" id="{5748C156-C4C4-1F0C-D953-A911F7863188}"/>
                </a:ext>
              </a:extLst>
            </p:cNvPr>
            <p:cNvSpPr/>
            <p:nvPr userDrawn="1"/>
          </p:nvSpPr>
          <p:spPr>
            <a:xfrm>
              <a:off x="838200" y="2456507"/>
              <a:ext cx="2543433" cy="3608173"/>
            </a:xfrm>
            <a:prstGeom prst="roundRect">
              <a:avLst/>
            </a:prstGeom>
            <a:solidFill>
              <a:schemeClr val="bg1"/>
            </a:solidFill>
            <a:ln w="3175">
              <a:solidFill>
                <a:srgbClr val="A7A7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Organigramme : Connecteur page suivante 14">
              <a:extLst>
                <a:ext uri="{FF2B5EF4-FFF2-40B4-BE49-F238E27FC236}">
                  <a16:creationId xmlns:a16="http://schemas.microsoft.com/office/drawing/2014/main" id="{A2F626C5-4395-1DC9-40DF-8EE82174662A}"/>
                </a:ext>
              </a:extLst>
            </p:cNvPr>
            <p:cNvSpPr/>
            <p:nvPr userDrawn="1"/>
          </p:nvSpPr>
          <p:spPr>
            <a:xfrm>
              <a:off x="1335560" y="1842072"/>
              <a:ext cx="1548713" cy="1057647"/>
            </a:xfrm>
            <a:prstGeom prst="flowChartOffpageConnector">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3" name="Groupe 32">
            <a:extLst>
              <a:ext uri="{FF2B5EF4-FFF2-40B4-BE49-F238E27FC236}">
                <a16:creationId xmlns:a16="http://schemas.microsoft.com/office/drawing/2014/main" id="{13BF0349-74EB-1400-A51D-D52A74D1998E}"/>
              </a:ext>
            </a:extLst>
          </p:cNvPr>
          <p:cNvGrpSpPr/>
          <p:nvPr userDrawn="1"/>
        </p:nvGrpSpPr>
        <p:grpSpPr>
          <a:xfrm>
            <a:off x="3552567" y="1842072"/>
            <a:ext cx="2543433" cy="4222608"/>
            <a:chOff x="3552567" y="1842072"/>
            <a:chExt cx="2543433" cy="4222608"/>
          </a:xfrm>
        </p:grpSpPr>
        <p:sp>
          <p:nvSpPr>
            <p:cNvPr id="26" name="Rectangle : coins arrondis 25">
              <a:extLst>
                <a:ext uri="{FF2B5EF4-FFF2-40B4-BE49-F238E27FC236}">
                  <a16:creationId xmlns:a16="http://schemas.microsoft.com/office/drawing/2014/main" id="{9C2EFB3C-C6DA-F9A3-F1D9-471DD4D1DF46}"/>
                </a:ext>
              </a:extLst>
            </p:cNvPr>
            <p:cNvSpPr/>
            <p:nvPr userDrawn="1"/>
          </p:nvSpPr>
          <p:spPr>
            <a:xfrm>
              <a:off x="3552567" y="2456507"/>
              <a:ext cx="2543433" cy="3608173"/>
            </a:xfrm>
            <a:prstGeom prst="roundRect">
              <a:avLst/>
            </a:prstGeom>
            <a:solidFill>
              <a:schemeClr val="bg1"/>
            </a:solidFill>
            <a:ln w="3175">
              <a:solidFill>
                <a:srgbClr val="A7A7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Organigramme : Connecteur page suivante 26">
              <a:extLst>
                <a:ext uri="{FF2B5EF4-FFF2-40B4-BE49-F238E27FC236}">
                  <a16:creationId xmlns:a16="http://schemas.microsoft.com/office/drawing/2014/main" id="{D8238C5D-3C83-DCA4-B3B1-5D13C734A19B}"/>
                </a:ext>
              </a:extLst>
            </p:cNvPr>
            <p:cNvSpPr/>
            <p:nvPr userDrawn="1"/>
          </p:nvSpPr>
          <p:spPr>
            <a:xfrm>
              <a:off x="4049927" y="1842072"/>
              <a:ext cx="1548713" cy="1057647"/>
            </a:xfrm>
            <a:prstGeom prst="flowChartOffpageConnector">
              <a:avLst/>
            </a:prstGeom>
            <a:solidFill>
              <a:srgbClr val="5B5B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4" name="Groupe 33">
            <a:extLst>
              <a:ext uri="{FF2B5EF4-FFF2-40B4-BE49-F238E27FC236}">
                <a16:creationId xmlns:a16="http://schemas.microsoft.com/office/drawing/2014/main" id="{BB8CE9E9-C1A8-EA80-020E-F74BCAC88328}"/>
              </a:ext>
            </a:extLst>
          </p:cNvPr>
          <p:cNvGrpSpPr/>
          <p:nvPr userDrawn="1"/>
        </p:nvGrpSpPr>
        <p:grpSpPr>
          <a:xfrm>
            <a:off x="6266934" y="1842072"/>
            <a:ext cx="2543433" cy="4222608"/>
            <a:chOff x="6266934" y="1842072"/>
            <a:chExt cx="2543433" cy="4222608"/>
          </a:xfrm>
        </p:grpSpPr>
        <p:sp>
          <p:nvSpPr>
            <p:cNvPr id="28" name="Rectangle : coins arrondis 27">
              <a:extLst>
                <a:ext uri="{FF2B5EF4-FFF2-40B4-BE49-F238E27FC236}">
                  <a16:creationId xmlns:a16="http://schemas.microsoft.com/office/drawing/2014/main" id="{3E92322E-DC5F-AD76-71FC-171705E9E391}"/>
                </a:ext>
              </a:extLst>
            </p:cNvPr>
            <p:cNvSpPr/>
            <p:nvPr userDrawn="1"/>
          </p:nvSpPr>
          <p:spPr>
            <a:xfrm>
              <a:off x="6266934" y="2456507"/>
              <a:ext cx="2543433" cy="3608173"/>
            </a:xfrm>
            <a:prstGeom prst="roundRect">
              <a:avLst/>
            </a:prstGeom>
            <a:solidFill>
              <a:schemeClr val="bg1"/>
            </a:solidFill>
            <a:ln w="3175">
              <a:solidFill>
                <a:srgbClr val="A7A7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Organigramme : Connecteur page suivante 28">
              <a:extLst>
                <a:ext uri="{FF2B5EF4-FFF2-40B4-BE49-F238E27FC236}">
                  <a16:creationId xmlns:a16="http://schemas.microsoft.com/office/drawing/2014/main" id="{E1860555-7C75-3E31-49E1-FCCA0A3A4FA3}"/>
                </a:ext>
              </a:extLst>
            </p:cNvPr>
            <p:cNvSpPr/>
            <p:nvPr userDrawn="1"/>
          </p:nvSpPr>
          <p:spPr>
            <a:xfrm>
              <a:off x="6764294" y="1842072"/>
              <a:ext cx="1548713" cy="1057647"/>
            </a:xfrm>
            <a:prstGeom prst="flowChartOffpageConnector">
              <a:avLst/>
            </a:prstGeom>
            <a:solidFill>
              <a:srgbClr val="206B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5" name="Groupe 34">
            <a:extLst>
              <a:ext uri="{FF2B5EF4-FFF2-40B4-BE49-F238E27FC236}">
                <a16:creationId xmlns:a16="http://schemas.microsoft.com/office/drawing/2014/main" id="{A54D8A91-F637-200B-FBB0-95A833FB32D4}"/>
              </a:ext>
            </a:extLst>
          </p:cNvPr>
          <p:cNvGrpSpPr/>
          <p:nvPr userDrawn="1"/>
        </p:nvGrpSpPr>
        <p:grpSpPr>
          <a:xfrm>
            <a:off x="8981301" y="1842072"/>
            <a:ext cx="2543433" cy="4222608"/>
            <a:chOff x="8981301" y="1842072"/>
            <a:chExt cx="2543433" cy="4222608"/>
          </a:xfrm>
        </p:grpSpPr>
        <p:sp>
          <p:nvSpPr>
            <p:cNvPr id="30" name="Rectangle : coins arrondis 29">
              <a:extLst>
                <a:ext uri="{FF2B5EF4-FFF2-40B4-BE49-F238E27FC236}">
                  <a16:creationId xmlns:a16="http://schemas.microsoft.com/office/drawing/2014/main" id="{EA8394B1-FE91-FDEF-24FB-DFF31AEB93D6}"/>
                </a:ext>
              </a:extLst>
            </p:cNvPr>
            <p:cNvSpPr/>
            <p:nvPr userDrawn="1"/>
          </p:nvSpPr>
          <p:spPr>
            <a:xfrm>
              <a:off x="8981301" y="2456507"/>
              <a:ext cx="2543433" cy="3608173"/>
            </a:xfrm>
            <a:prstGeom prst="roundRect">
              <a:avLst/>
            </a:prstGeom>
            <a:solidFill>
              <a:schemeClr val="bg1"/>
            </a:solidFill>
            <a:ln w="3175">
              <a:solidFill>
                <a:srgbClr val="A7A7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Organigramme : Connecteur page suivante 30">
              <a:extLst>
                <a:ext uri="{FF2B5EF4-FFF2-40B4-BE49-F238E27FC236}">
                  <a16:creationId xmlns:a16="http://schemas.microsoft.com/office/drawing/2014/main" id="{7856D4DD-8D00-BEE8-D986-0726A062AED4}"/>
                </a:ext>
              </a:extLst>
            </p:cNvPr>
            <p:cNvSpPr/>
            <p:nvPr userDrawn="1"/>
          </p:nvSpPr>
          <p:spPr>
            <a:xfrm>
              <a:off x="9478661" y="1842072"/>
              <a:ext cx="1548713" cy="1057647"/>
            </a:xfrm>
            <a:prstGeom prst="flowChartOffpageConnector">
              <a:avLst/>
            </a:prstGeom>
            <a:solidFill>
              <a:srgbClr val="25A7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7" name="Espace réservé du contenu 36">
            <a:extLst>
              <a:ext uri="{FF2B5EF4-FFF2-40B4-BE49-F238E27FC236}">
                <a16:creationId xmlns:a16="http://schemas.microsoft.com/office/drawing/2014/main" id="{A2CF76E2-E7E1-6D7B-D060-40A7942CB75E}"/>
              </a:ext>
            </a:extLst>
          </p:cNvPr>
          <p:cNvSpPr>
            <a:spLocks noGrp="1"/>
          </p:cNvSpPr>
          <p:nvPr>
            <p:ph sz="quarter" idx="12" hasCustomPrompt="1"/>
          </p:nvPr>
        </p:nvSpPr>
        <p:spPr>
          <a:xfrm>
            <a:off x="1442438" y="1944686"/>
            <a:ext cx="1327150" cy="674687"/>
          </a:xfrm>
        </p:spPr>
        <p:txBody>
          <a:bodyPr>
            <a:normAutofit/>
          </a:bodyPr>
          <a:lstStyle>
            <a:lvl1pPr marL="0" indent="0" algn="ctr">
              <a:buNone/>
              <a:defRPr sz="2000">
                <a:solidFill>
                  <a:srgbClr val="4A4A62"/>
                </a:solidFill>
              </a:defRPr>
            </a:lvl1pPr>
          </a:lstStyle>
          <a:p>
            <a:pPr lvl="0"/>
            <a:r>
              <a:rPr lang="fr-FR" dirty="0"/>
              <a:t>Titre ou illustration</a:t>
            </a:r>
          </a:p>
        </p:txBody>
      </p:sp>
      <p:sp>
        <p:nvSpPr>
          <p:cNvPr id="38" name="Espace réservé du contenu 36">
            <a:extLst>
              <a:ext uri="{FF2B5EF4-FFF2-40B4-BE49-F238E27FC236}">
                <a16:creationId xmlns:a16="http://schemas.microsoft.com/office/drawing/2014/main" id="{ADBAF218-A853-980C-30C9-2E3B99763DBE}"/>
              </a:ext>
            </a:extLst>
          </p:cNvPr>
          <p:cNvSpPr>
            <a:spLocks noGrp="1"/>
          </p:cNvSpPr>
          <p:nvPr>
            <p:ph sz="quarter" idx="13" hasCustomPrompt="1"/>
          </p:nvPr>
        </p:nvSpPr>
        <p:spPr>
          <a:xfrm>
            <a:off x="4150754" y="1944685"/>
            <a:ext cx="1327150" cy="674687"/>
          </a:xfrm>
        </p:spPr>
        <p:txBody>
          <a:bodyPr>
            <a:normAutofit/>
          </a:bodyPr>
          <a:lstStyle>
            <a:lvl1pPr marL="0" indent="0" algn="ctr">
              <a:buNone/>
              <a:defRPr sz="2000">
                <a:solidFill>
                  <a:schemeClr val="bg1"/>
                </a:solidFill>
              </a:defRPr>
            </a:lvl1pPr>
          </a:lstStyle>
          <a:p>
            <a:pPr lvl="0"/>
            <a:r>
              <a:rPr lang="fr-FR" dirty="0"/>
              <a:t>Titre ou illustration</a:t>
            </a:r>
          </a:p>
        </p:txBody>
      </p:sp>
      <p:sp>
        <p:nvSpPr>
          <p:cNvPr id="39" name="Espace réservé du contenu 36">
            <a:extLst>
              <a:ext uri="{FF2B5EF4-FFF2-40B4-BE49-F238E27FC236}">
                <a16:creationId xmlns:a16="http://schemas.microsoft.com/office/drawing/2014/main" id="{600E4F79-5373-B97E-329E-B98355A91A7D}"/>
              </a:ext>
            </a:extLst>
          </p:cNvPr>
          <p:cNvSpPr>
            <a:spLocks noGrp="1"/>
          </p:cNvSpPr>
          <p:nvPr>
            <p:ph sz="quarter" idx="14" hasCustomPrompt="1"/>
          </p:nvPr>
        </p:nvSpPr>
        <p:spPr>
          <a:xfrm>
            <a:off x="6875075" y="1936187"/>
            <a:ext cx="1327150" cy="674687"/>
          </a:xfrm>
        </p:spPr>
        <p:txBody>
          <a:bodyPr>
            <a:normAutofit/>
          </a:bodyPr>
          <a:lstStyle>
            <a:lvl1pPr marL="0" indent="0" algn="ctr">
              <a:buNone/>
              <a:defRPr sz="2000">
                <a:solidFill>
                  <a:schemeClr val="bg1"/>
                </a:solidFill>
              </a:defRPr>
            </a:lvl1pPr>
          </a:lstStyle>
          <a:p>
            <a:pPr lvl="0"/>
            <a:r>
              <a:rPr lang="fr-FR" dirty="0"/>
              <a:t>Titre ou illustration</a:t>
            </a:r>
          </a:p>
        </p:txBody>
      </p:sp>
      <p:sp>
        <p:nvSpPr>
          <p:cNvPr id="40" name="Espace réservé du contenu 36">
            <a:extLst>
              <a:ext uri="{FF2B5EF4-FFF2-40B4-BE49-F238E27FC236}">
                <a16:creationId xmlns:a16="http://schemas.microsoft.com/office/drawing/2014/main" id="{488E07EE-E9BB-A5A1-C76E-95D151365876}"/>
              </a:ext>
            </a:extLst>
          </p:cNvPr>
          <p:cNvSpPr>
            <a:spLocks noGrp="1"/>
          </p:cNvSpPr>
          <p:nvPr>
            <p:ph sz="quarter" idx="15" hasCustomPrompt="1"/>
          </p:nvPr>
        </p:nvSpPr>
        <p:spPr>
          <a:xfrm>
            <a:off x="9589442" y="1947007"/>
            <a:ext cx="1327150" cy="674687"/>
          </a:xfrm>
        </p:spPr>
        <p:txBody>
          <a:bodyPr>
            <a:normAutofit/>
          </a:bodyPr>
          <a:lstStyle>
            <a:lvl1pPr marL="0" indent="0" algn="ctr">
              <a:buNone/>
              <a:defRPr sz="2000">
                <a:solidFill>
                  <a:srgbClr val="424258"/>
                </a:solidFill>
              </a:defRPr>
            </a:lvl1pPr>
          </a:lstStyle>
          <a:p>
            <a:pPr lvl="0"/>
            <a:r>
              <a:rPr lang="fr-FR" dirty="0"/>
              <a:t>Titre ou illustration</a:t>
            </a:r>
          </a:p>
        </p:txBody>
      </p:sp>
      <p:sp>
        <p:nvSpPr>
          <p:cNvPr id="42" name="Espace réservé du texte 41">
            <a:extLst>
              <a:ext uri="{FF2B5EF4-FFF2-40B4-BE49-F238E27FC236}">
                <a16:creationId xmlns:a16="http://schemas.microsoft.com/office/drawing/2014/main" id="{56E7FBB0-DF09-0921-222E-DD3D589F1E41}"/>
              </a:ext>
            </a:extLst>
          </p:cNvPr>
          <p:cNvSpPr>
            <a:spLocks noGrp="1"/>
          </p:cNvSpPr>
          <p:nvPr>
            <p:ph type="body" sz="quarter" idx="16"/>
          </p:nvPr>
        </p:nvSpPr>
        <p:spPr>
          <a:xfrm>
            <a:off x="969363" y="2999415"/>
            <a:ext cx="2273300" cy="2760662"/>
          </a:xfrm>
        </p:spPr>
        <p:txBody>
          <a:bodyPr>
            <a:normAutofit/>
          </a:bodyPr>
          <a:lstStyle>
            <a:lvl1pPr marL="285750" indent="-285750" algn="l">
              <a:buFont typeface="Arial" panose="020B0604020202020204" pitchFamily="34" charset="0"/>
              <a:buChar char="•"/>
              <a:defRPr sz="1800"/>
            </a:lvl1pPr>
            <a:lvl2pPr>
              <a:defRPr sz="1800"/>
            </a:lvl2pPr>
          </a:lstStyle>
          <a:p>
            <a:pPr lvl="0"/>
            <a:r>
              <a:rPr lang="fr-FR" dirty="0"/>
              <a:t>Cliquez pour modifier les styles du texte du masque</a:t>
            </a:r>
          </a:p>
          <a:p>
            <a:pPr lvl="1"/>
            <a:r>
              <a:rPr lang="fr-FR" dirty="0"/>
              <a:t>Deuxième niveau</a:t>
            </a:r>
          </a:p>
        </p:txBody>
      </p:sp>
      <p:sp>
        <p:nvSpPr>
          <p:cNvPr id="43" name="Espace réservé du texte 41">
            <a:extLst>
              <a:ext uri="{FF2B5EF4-FFF2-40B4-BE49-F238E27FC236}">
                <a16:creationId xmlns:a16="http://schemas.microsoft.com/office/drawing/2014/main" id="{DF26E0C9-FBE9-E740-E49F-2F7257673B6E}"/>
              </a:ext>
            </a:extLst>
          </p:cNvPr>
          <p:cNvSpPr>
            <a:spLocks noGrp="1"/>
          </p:cNvSpPr>
          <p:nvPr>
            <p:ph type="body" sz="quarter" idx="17"/>
          </p:nvPr>
        </p:nvSpPr>
        <p:spPr>
          <a:xfrm>
            <a:off x="3687633" y="2999415"/>
            <a:ext cx="2273300" cy="2760662"/>
          </a:xfrm>
        </p:spPr>
        <p:txBody>
          <a:bodyPr>
            <a:normAutofit/>
          </a:bodyPr>
          <a:lstStyle>
            <a:lvl1pPr marL="285750" indent="-285750" algn="l">
              <a:buFont typeface="Arial" panose="020B0604020202020204" pitchFamily="34" charset="0"/>
              <a:buChar char="•"/>
              <a:defRPr sz="1800"/>
            </a:lvl1pPr>
            <a:lvl2pPr>
              <a:defRPr sz="1800"/>
            </a:lvl2pPr>
          </a:lstStyle>
          <a:p>
            <a:pPr lvl="0"/>
            <a:r>
              <a:rPr lang="fr-FR" dirty="0"/>
              <a:t>Cliquez pour modifier les styles du texte du masque</a:t>
            </a:r>
          </a:p>
          <a:p>
            <a:pPr lvl="1"/>
            <a:r>
              <a:rPr lang="fr-FR" dirty="0"/>
              <a:t>Deuxième niveau</a:t>
            </a:r>
          </a:p>
        </p:txBody>
      </p:sp>
      <p:sp>
        <p:nvSpPr>
          <p:cNvPr id="44" name="Espace réservé du texte 41">
            <a:extLst>
              <a:ext uri="{FF2B5EF4-FFF2-40B4-BE49-F238E27FC236}">
                <a16:creationId xmlns:a16="http://schemas.microsoft.com/office/drawing/2014/main" id="{5C7C923B-C1C0-EF54-D8B4-65C5AF414DCA}"/>
              </a:ext>
            </a:extLst>
          </p:cNvPr>
          <p:cNvSpPr>
            <a:spLocks noGrp="1"/>
          </p:cNvSpPr>
          <p:nvPr>
            <p:ph type="body" sz="quarter" idx="18"/>
          </p:nvPr>
        </p:nvSpPr>
        <p:spPr>
          <a:xfrm>
            <a:off x="6402000" y="2999415"/>
            <a:ext cx="2273300" cy="2760662"/>
          </a:xfrm>
        </p:spPr>
        <p:txBody>
          <a:bodyPr>
            <a:normAutofit/>
          </a:bodyPr>
          <a:lstStyle>
            <a:lvl1pPr marL="285750" indent="-285750" algn="l">
              <a:buFont typeface="Arial" panose="020B0604020202020204" pitchFamily="34" charset="0"/>
              <a:buChar char="•"/>
              <a:defRPr sz="1800"/>
            </a:lvl1pPr>
            <a:lvl2pPr>
              <a:defRPr sz="1800"/>
            </a:lvl2pPr>
          </a:lstStyle>
          <a:p>
            <a:pPr lvl="0"/>
            <a:r>
              <a:rPr lang="fr-FR" dirty="0"/>
              <a:t>Cliquez pour modifier les styles du texte du masque</a:t>
            </a:r>
          </a:p>
          <a:p>
            <a:pPr lvl="1"/>
            <a:r>
              <a:rPr lang="fr-FR" dirty="0"/>
              <a:t>Deuxième niveau</a:t>
            </a:r>
          </a:p>
        </p:txBody>
      </p:sp>
      <p:sp>
        <p:nvSpPr>
          <p:cNvPr id="45" name="Espace réservé du texte 41">
            <a:extLst>
              <a:ext uri="{FF2B5EF4-FFF2-40B4-BE49-F238E27FC236}">
                <a16:creationId xmlns:a16="http://schemas.microsoft.com/office/drawing/2014/main" id="{D4E8BB42-79C9-4C5A-77A0-9029AAD2F5E1}"/>
              </a:ext>
            </a:extLst>
          </p:cNvPr>
          <p:cNvSpPr>
            <a:spLocks noGrp="1"/>
          </p:cNvSpPr>
          <p:nvPr>
            <p:ph type="body" sz="quarter" idx="19"/>
          </p:nvPr>
        </p:nvSpPr>
        <p:spPr>
          <a:xfrm>
            <a:off x="9116367" y="2999415"/>
            <a:ext cx="2273300" cy="2760662"/>
          </a:xfrm>
        </p:spPr>
        <p:txBody>
          <a:bodyPr>
            <a:normAutofit/>
          </a:bodyPr>
          <a:lstStyle>
            <a:lvl1pPr marL="285750" indent="-285750" algn="l">
              <a:buFont typeface="Arial" panose="020B0604020202020204" pitchFamily="34" charset="0"/>
              <a:buChar char="•"/>
              <a:defRPr sz="1800"/>
            </a:lvl1pPr>
            <a:lvl2pPr>
              <a:defRPr sz="1800"/>
            </a:lvl2pPr>
          </a:lstStyle>
          <a:p>
            <a:pPr lvl="0"/>
            <a:r>
              <a:rPr lang="fr-FR" dirty="0"/>
              <a:t>Cliquez pour modifier les styles du texte du masque</a:t>
            </a:r>
          </a:p>
          <a:p>
            <a:pPr lvl="1"/>
            <a:r>
              <a:rPr lang="fr-FR" dirty="0"/>
              <a:t>Deuxième niveau</a:t>
            </a:r>
          </a:p>
        </p:txBody>
      </p:sp>
      <p:sp>
        <p:nvSpPr>
          <p:cNvPr id="46" name="Espace réservé du texte 11">
            <a:extLst>
              <a:ext uri="{FF2B5EF4-FFF2-40B4-BE49-F238E27FC236}">
                <a16:creationId xmlns:a16="http://schemas.microsoft.com/office/drawing/2014/main" id="{AFF93534-C1AB-0141-49B8-27EC4344205C}"/>
              </a:ext>
            </a:extLst>
          </p:cNvPr>
          <p:cNvSpPr>
            <a:spLocks noGrp="1"/>
          </p:cNvSpPr>
          <p:nvPr>
            <p:ph type="body" sz="quarter" idx="20"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Tree>
    <p:extLst>
      <p:ext uri="{BB962C8B-B14F-4D97-AF65-F5344CB8AC3E}">
        <p14:creationId xmlns:p14="http://schemas.microsoft.com/office/powerpoint/2010/main" val="591083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6461891-1E8B-3D01-DCBF-C4CD8C6DB331}"/>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84C31531-CC31-1E49-1881-7BFD4ECE9B8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60D57D2-EF54-6E25-A7DB-3F13BEB31E81}"/>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F6C98F2-3150-88BA-C74E-BB2E07D17D2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3E8975F-07BA-E08B-91BE-B463457EF76F}"/>
              </a:ext>
            </a:extLst>
          </p:cNvPr>
          <p:cNvSpPr>
            <a:spLocks noGrp="1"/>
          </p:cNvSpPr>
          <p:nvPr>
            <p:ph type="dt" sz="half" idx="10"/>
          </p:nvPr>
        </p:nvSpPr>
        <p:spPr/>
        <p:txBody>
          <a:bodyPr/>
          <a:lstStyle/>
          <a:p>
            <a:fld id="{6171FC0D-29F7-4777-896F-A8E4CEFE1F67}" type="datetimeyyyy">
              <a:rPr lang="fr-FR" smtClean="0"/>
              <a:t>2026</a:t>
            </a:fld>
            <a:endParaRPr lang="fr-FR"/>
          </a:p>
        </p:txBody>
      </p:sp>
      <p:sp>
        <p:nvSpPr>
          <p:cNvPr id="7" name="Espace réservé du numéro de diapositive 6">
            <a:extLst>
              <a:ext uri="{FF2B5EF4-FFF2-40B4-BE49-F238E27FC236}">
                <a16:creationId xmlns:a16="http://schemas.microsoft.com/office/drawing/2014/main" id="{C8FBCF90-3309-AB5A-F3D2-762A430158CF}"/>
              </a:ext>
            </a:extLst>
          </p:cNvPr>
          <p:cNvSpPr>
            <a:spLocks noGrp="1"/>
          </p:cNvSpPr>
          <p:nvPr>
            <p:ph type="sldNum" sz="quarter" idx="12"/>
          </p:nvPr>
        </p:nvSpPr>
        <p:spPr/>
        <p:txBody>
          <a:bodyPr/>
          <a:lstStyle/>
          <a:p>
            <a:fld id="{5913F4F7-518B-459F-9B80-EE04630AFE87}" type="slidenum">
              <a:rPr lang="fr-FR" smtClean="0"/>
              <a:t>‹N°›</a:t>
            </a:fld>
            <a:endParaRPr lang="fr-FR"/>
          </a:p>
        </p:txBody>
      </p:sp>
      <p:sp>
        <p:nvSpPr>
          <p:cNvPr id="12" name="Espace réservé du texte 11">
            <a:extLst>
              <a:ext uri="{FF2B5EF4-FFF2-40B4-BE49-F238E27FC236}">
                <a16:creationId xmlns:a16="http://schemas.microsoft.com/office/drawing/2014/main" id="{FEBF19F8-139E-68AC-A240-173B1ADDD1D4}"/>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Tree>
    <p:extLst>
      <p:ext uri="{BB962C8B-B14F-4D97-AF65-F5344CB8AC3E}">
        <p14:creationId xmlns:p14="http://schemas.microsoft.com/office/powerpoint/2010/main" val="2585465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4CF42BD-9BF7-B045-6617-A33BFE44A3A8}"/>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3CE30D4E-D5B7-9ED8-D08F-C8352668B41E}"/>
              </a:ext>
            </a:extLst>
          </p:cNvPr>
          <p:cNvSpPr>
            <a:spLocks noGrp="1"/>
          </p:cNvSpPr>
          <p:nvPr>
            <p:ph type="title"/>
          </p:nvPr>
        </p:nvSpPr>
        <p:spPr>
          <a:xfrm>
            <a:off x="839788" y="510746"/>
            <a:ext cx="10515600" cy="1179942"/>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1EA7AAB-F2F6-8084-B7F4-9F088F8401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7FEC4D8-5020-EB6A-F0CA-69CE00959F4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17D4A7A-C302-36FC-7D74-860ADC359C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F0661E3-D84F-AFB2-7449-BE0128B1BBD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D07A98C2-8903-EAAD-A47E-D99AFF210569}"/>
              </a:ext>
            </a:extLst>
          </p:cNvPr>
          <p:cNvSpPr>
            <a:spLocks noGrp="1"/>
          </p:cNvSpPr>
          <p:nvPr>
            <p:ph type="dt" sz="half" idx="10"/>
          </p:nvPr>
        </p:nvSpPr>
        <p:spPr/>
        <p:txBody>
          <a:bodyPr/>
          <a:lstStyle/>
          <a:p>
            <a:fld id="{23B6BEAC-7943-498B-9EF2-580D93DEA112}" type="datetimeyyyy">
              <a:rPr lang="fr-FR" smtClean="0"/>
              <a:t>2026</a:t>
            </a:fld>
            <a:endParaRPr lang="fr-FR"/>
          </a:p>
        </p:txBody>
      </p:sp>
      <p:sp>
        <p:nvSpPr>
          <p:cNvPr id="9" name="Espace réservé du numéro de diapositive 8">
            <a:extLst>
              <a:ext uri="{FF2B5EF4-FFF2-40B4-BE49-F238E27FC236}">
                <a16:creationId xmlns:a16="http://schemas.microsoft.com/office/drawing/2014/main" id="{AB683AA8-8277-D19E-C9C6-E25D71942026}"/>
              </a:ext>
            </a:extLst>
          </p:cNvPr>
          <p:cNvSpPr>
            <a:spLocks noGrp="1"/>
          </p:cNvSpPr>
          <p:nvPr>
            <p:ph type="sldNum" sz="quarter" idx="12"/>
          </p:nvPr>
        </p:nvSpPr>
        <p:spPr/>
        <p:txBody>
          <a:bodyPr/>
          <a:lstStyle/>
          <a:p>
            <a:fld id="{5913F4F7-518B-459F-9B80-EE04630AFE87}" type="slidenum">
              <a:rPr lang="fr-FR" smtClean="0"/>
              <a:t>‹N°›</a:t>
            </a:fld>
            <a:endParaRPr lang="fr-FR"/>
          </a:p>
        </p:txBody>
      </p:sp>
      <p:sp>
        <p:nvSpPr>
          <p:cNvPr id="14" name="Espace réservé du texte 11">
            <a:extLst>
              <a:ext uri="{FF2B5EF4-FFF2-40B4-BE49-F238E27FC236}">
                <a16:creationId xmlns:a16="http://schemas.microsoft.com/office/drawing/2014/main" id="{F28BD7F1-EB1F-D02F-3732-D79EAD44D9F3}"/>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Tree>
    <p:extLst>
      <p:ext uri="{BB962C8B-B14F-4D97-AF65-F5344CB8AC3E}">
        <p14:creationId xmlns:p14="http://schemas.microsoft.com/office/powerpoint/2010/main" val="17843262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A2C47A-A6DB-833F-D562-AC20A30E0EB1}"/>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61145B3E-3E19-29D9-1753-D229D9C9B4F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DB8875C-4376-ABBB-2C21-B57321E74233}"/>
              </a:ext>
            </a:extLst>
          </p:cNvPr>
          <p:cNvSpPr>
            <a:spLocks noGrp="1"/>
          </p:cNvSpPr>
          <p:nvPr>
            <p:ph type="dt" sz="half" idx="10"/>
          </p:nvPr>
        </p:nvSpPr>
        <p:spPr/>
        <p:txBody>
          <a:bodyPr/>
          <a:lstStyle/>
          <a:p>
            <a:fld id="{3524373B-7856-40F1-9D3D-FF5BDB39C76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6B21BBBB-79BA-E69A-0C83-5E144D89A3D0}"/>
              </a:ext>
            </a:extLst>
          </p:cNvPr>
          <p:cNvSpPr>
            <a:spLocks noGrp="1"/>
          </p:cNvSpPr>
          <p:nvPr>
            <p:ph type="sldNum" sz="quarter" idx="12"/>
          </p:nvPr>
        </p:nvSpPr>
        <p:spPr/>
        <p:txBody>
          <a:bodyPr/>
          <a:lstStyle/>
          <a:p>
            <a:fld id="{5913F4F7-518B-459F-9B80-EE04630AFE87}" type="slidenum">
              <a:rPr lang="fr-FR" smtClean="0"/>
              <a:t>‹N°›</a:t>
            </a:fld>
            <a:endParaRPr lang="fr-FR"/>
          </a:p>
        </p:txBody>
      </p:sp>
      <p:sp>
        <p:nvSpPr>
          <p:cNvPr id="10" name="Espace réservé du texte 11">
            <a:extLst>
              <a:ext uri="{FF2B5EF4-FFF2-40B4-BE49-F238E27FC236}">
                <a16:creationId xmlns:a16="http://schemas.microsoft.com/office/drawing/2014/main" id="{E9B6F674-204A-8985-6826-6EB7178B65D4}"/>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Tree>
    <p:extLst>
      <p:ext uri="{BB962C8B-B14F-4D97-AF65-F5344CB8AC3E}">
        <p14:creationId xmlns:p14="http://schemas.microsoft.com/office/powerpoint/2010/main" val="3437926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A103B9-62A5-FC98-A193-8C1D5DF66781}"/>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e la date 1">
            <a:extLst>
              <a:ext uri="{FF2B5EF4-FFF2-40B4-BE49-F238E27FC236}">
                <a16:creationId xmlns:a16="http://schemas.microsoft.com/office/drawing/2014/main" id="{9DE6C719-F042-5E7E-EDA9-EAE4790CF1E2}"/>
              </a:ext>
            </a:extLst>
          </p:cNvPr>
          <p:cNvSpPr>
            <a:spLocks noGrp="1"/>
          </p:cNvSpPr>
          <p:nvPr>
            <p:ph type="dt" sz="half" idx="10"/>
          </p:nvPr>
        </p:nvSpPr>
        <p:spPr/>
        <p:txBody>
          <a:bodyPr/>
          <a:lstStyle/>
          <a:p>
            <a:fld id="{93A09032-9EB4-4B00-B74D-BCCB3024EC82}" type="datetimeyyyy">
              <a:rPr lang="fr-FR" smtClean="0"/>
              <a:t>2026</a:t>
            </a:fld>
            <a:endParaRPr lang="fr-FR"/>
          </a:p>
        </p:txBody>
      </p:sp>
      <p:sp>
        <p:nvSpPr>
          <p:cNvPr id="4" name="Espace réservé du numéro de diapositive 3">
            <a:extLst>
              <a:ext uri="{FF2B5EF4-FFF2-40B4-BE49-F238E27FC236}">
                <a16:creationId xmlns:a16="http://schemas.microsoft.com/office/drawing/2014/main" id="{3B7BEBF4-57BA-D273-E3F4-76EFE93270EF}"/>
              </a:ext>
            </a:extLst>
          </p:cNvPr>
          <p:cNvSpPr>
            <a:spLocks noGrp="1"/>
          </p:cNvSpPr>
          <p:nvPr>
            <p:ph type="sldNum" sz="quarter" idx="12"/>
          </p:nvPr>
        </p:nvSpPr>
        <p:spPr/>
        <p:txBody>
          <a:bodyPr/>
          <a:lstStyle/>
          <a:p>
            <a:fld id="{5913F4F7-518B-459F-9B80-EE04630AFE87}" type="slidenum">
              <a:rPr lang="fr-FR" smtClean="0"/>
              <a:t>‹N°›</a:t>
            </a:fld>
            <a:endParaRPr lang="fr-FR"/>
          </a:p>
        </p:txBody>
      </p:sp>
      <p:sp>
        <p:nvSpPr>
          <p:cNvPr id="9" name="Espace réservé du texte 11">
            <a:extLst>
              <a:ext uri="{FF2B5EF4-FFF2-40B4-BE49-F238E27FC236}">
                <a16:creationId xmlns:a16="http://schemas.microsoft.com/office/drawing/2014/main" id="{510A00C4-60CB-B965-4A56-B060642410F0}"/>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Tree>
    <p:extLst>
      <p:ext uri="{BB962C8B-B14F-4D97-AF65-F5344CB8AC3E}">
        <p14:creationId xmlns:p14="http://schemas.microsoft.com/office/powerpoint/2010/main" val="31330793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873772-C5BD-EF30-B64D-60E8F0A04127}"/>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55FE891B-6564-6F32-F3DD-C46194F6C8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44EE98E-CCD3-C769-A2C0-C3E2CB859B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F651431-4F25-EF3C-4DFF-1F50CE6D5DE4}"/>
              </a:ext>
            </a:extLst>
          </p:cNvPr>
          <p:cNvSpPr>
            <a:spLocks noGrp="1"/>
          </p:cNvSpPr>
          <p:nvPr>
            <p:ph type="dt" sz="half" idx="10"/>
          </p:nvPr>
        </p:nvSpPr>
        <p:spPr/>
        <p:txBody>
          <a:bodyPr/>
          <a:lstStyle/>
          <a:p>
            <a:fld id="{03EF5071-0BFD-4152-85CA-FEA422DAC900}" type="datetimeyyyy">
              <a:rPr lang="fr-FR" smtClean="0"/>
              <a:t>2026</a:t>
            </a:fld>
            <a:endParaRPr lang="fr-FR"/>
          </a:p>
        </p:txBody>
      </p:sp>
      <p:sp>
        <p:nvSpPr>
          <p:cNvPr id="7" name="Espace réservé du numéro de diapositive 6">
            <a:extLst>
              <a:ext uri="{FF2B5EF4-FFF2-40B4-BE49-F238E27FC236}">
                <a16:creationId xmlns:a16="http://schemas.microsoft.com/office/drawing/2014/main" id="{BBB0ABA8-5DE6-4278-AC51-13A66F549CC4}"/>
              </a:ext>
            </a:extLst>
          </p:cNvPr>
          <p:cNvSpPr>
            <a:spLocks noGrp="1"/>
          </p:cNvSpPr>
          <p:nvPr>
            <p:ph type="sldNum" sz="quarter" idx="12"/>
          </p:nvPr>
        </p:nvSpPr>
        <p:spPr/>
        <p:txBody>
          <a:bodyPr/>
          <a:lstStyle/>
          <a:p>
            <a:fld id="{5913F4F7-518B-459F-9B80-EE04630AFE87}" type="slidenum">
              <a:rPr lang="fr-FR" smtClean="0"/>
              <a:t>‹N°›</a:t>
            </a:fld>
            <a:endParaRPr lang="fr-FR"/>
          </a:p>
        </p:txBody>
      </p:sp>
      <p:sp>
        <p:nvSpPr>
          <p:cNvPr id="12" name="Espace réservé du texte 11">
            <a:extLst>
              <a:ext uri="{FF2B5EF4-FFF2-40B4-BE49-F238E27FC236}">
                <a16:creationId xmlns:a16="http://schemas.microsoft.com/office/drawing/2014/main" id="{3ABF0DF1-DA2B-1430-EB38-6C88508FE0FB}"/>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
        <p:nvSpPr>
          <p:cNvPr id="8" name="Titre 1">
            <a:extLst>
              <a:ext uri="{FF2B5EF4-FFF2-40B4-BE49-F238E27FC236}">
                <a16:creationId xmlns:a16="http://schemas.microsoft.com/office/drawing/2014/main" id="{69BA6FEA-663B-CCBA-1870-9266424632EB}"/>
              </a:ext>
            </a:extLst>
          </p:cNvPr>
          <p:cNvSpPr>
            <a:spLocks noGrp="1"/>
          </p:cNvSpPr>
          <p:nvPr>
            <p:ph type="title"/>
          </p:nvPr>
        </p:nvSpPr>
        <p:spPr>
          <a:xfrm>
            <a:off x="839788" y="457200"/>
            <a:ext cx="3932237" cy="1379838"/>
          </a:xfrm>
        </p:spPr>
        <p:txBody>
          <a:bodyPr anchor="b"/>
          <a:lstStyle>
            <a:lvl1pPr>
              <a:defRPr sz="3200"/>
            </a:lvl1pPr>
          </a:lstStyle>
          <a:p>
            <a:r>
              <a:rPr lang="fr-FR"/>
              <a:t>Modifiez le style du titre</a:t>
            </a:r>
          </a:p>
        </p:txBody>
      </p:sp>
      <p:cxnSp>
        <p:nvCxnSpPr>
          <p:cNvPr id="9" name="Connecteur droit 8">
            <a:extLst>
              <a:ext uri="{FF2B5EF4-FFF2-40B4-BE49-F238E27FC236}">
                <a16:creationId xmlns:a16="http://schemas.microsoft.com/office/drawing/2014/main" id="{33B78E31-49B4-4C98-35F7-4A9B26A42C2B}"/>
              </a:ext>
            </a:extLst>
          </p:cNvPr>
          <p:cNvCxnSpPr>
            <a:cxnSpLocks/>
          </p:cNvCxnSpPr>
          <p:nvPr userDrawn="1"/>
        </p:nvCxnSpPr>
        <p:spPr>
          <a:xfrm>
            <a:off x="838200" y="1864824"/>
            <a:ext cx="3710050" cy="0"/>
          </a:xfrm>
          <a:prstGeom prst="line">
            <a:avLst/>
          </a:prstGeom>
          <a:ln w="19050">
            <a:solidFill>
              <a:srgbClr val="5B5B79"/>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87468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avec légen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556F02A-CF0A-07AD-5960-D20A84A9EAC7}"/>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657AB0E8-F798-0CEB-525F-359516059E6C}"/>
              </a:ext>
            </a:extLst>
          </p:cNvPr>
          <p:cNvSpPr>
            <a:spLocks noGrp="1"/>
          </p:cNvSpPr>
          <p:nvPr>
            <p:ph type="title"/>
          </p:nvPr>
        </p:nvSpPr>
        <p:spPr>
          <a:xfrm>
            <a:off x="839788" y="457200"/>
            <a:ext cx="3932237" cy="1379838"/>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8C8930AE-EF85-43DB-CF82-E4AA2DF29A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21B9E7B-E289-56AF-CE69-C4D2C50C8E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906FB5F-CA13-67A5-328D-A01CD55F73A0}"/>
              </a:ext>
            </a:extLst>
          </p:cNvPr>
          <p:cNvSpPr>
            <a:spLocks noGrp="1"/>
          </p:cNvSpPr>
          <p:nvPr>
            <p:ph type="dt" sz="half" idx="10"/>
          </p:nvPr>
        </p:nvSpPr>
        <p:spPr/>
        <p:txBody>
          <a:bodyPr/>
          <a:lstStyle/>
          <a:p>
            <a:fld id="{EB294B8A-C714-4626-B6C0-3E84D6D6DE95}" type="datetimeyyyy">
              <a:rPr lang="fr-FR" smtClean="0"/>
              <a:t>2026</a:t>
            </a:fld>
            <a:endParaRPr lang="fr-FR"/>
          </a:p>
        </p:txBody>
      </p:sp>
      <p:sp>
        <p:nvSpPr>
          <p:cNvPr id="7" name="Espace réservé du numéro de diapositive 6">
            <a:extLst>
              <a:ext uri="{FF2B5EF4-FFF2-40B4-BE49-F238E27FC236}">
                <a16:creationId xmlns:a16="http://schemas.microsoft.com/office/drawing/2014/main" id="{6CB413F9-8B0C-F7D0-C3E0-BE8AE068829B}"/>
              </a:ext>
            </a:extLst>
          </p:cNvPr>
          <p:cNvSpPr>
            <a:spLocks noGrp="1"/>
          </p:cNvSpPr>
          <p:nvPr>
            <p:ph type="sldNum" sz="quarter" idx="12"/>
          </p:nvPr>
        </p:nvSpPr>
        <p:spPr/>
        <p:txBody>
          <a:bodyPr/>
          <a:lstStyle/>
          <a:p>
            <a:fld id="{5913F4F7-518B-459F-9B80-EE04630AFE87}" type="slidenum">
              <a:rPr lang="fr-FR" smtClean="0"/>
              <a:t>‹N°›</a:t>
            </a:fld>
            <a:endParaRPr lang="fr-FR"/>
          </a:p>
        </p:txBody>
      </p:sp>
      <p:sp>
        <p:nvSpPr>
          <p:cNvPr id="10" name="Espace réservé du texte 11">
            <a:extLst>
              <a:ext uri="{FF2B5EF4-FFF2-40B4-BE49-F238E27FC236}">
                <a16:creationId xmlns:a16="http://schemas.microsoft.com/office/drawing/2014/main" id="{EA2250C0-3893-05FF-F504-4C0518E526D9}"/>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cxnSp>
        <p:nvCxnSpPr>
          <p:cNvPr id="6" name="Connecteur droit 5">
            <a:extLst>
              <a:ext uri="{FF2B5EF4-FFF2-40B4-BE49-F238E27FC236}">
                <a16:creationId xmlns:a16="http://schemas.microsoft.com/office/drawing/2014/main" id="{F0C0BF3B-4B56-57F0-9454-E36615D2E985}"/>
              </a:ext>
            </a:extLst>
          </p:cNvPr>
          <p:cNvCxnSpPr>
            <a:cxnSpLocks/>
          </p:cNvCxnSpPr>
          <p:nvPr userDrawn="1"/>
        </p:nvCxnSpPr>
        <p:spPr>
          <a:xfrm>
            <a:off x="838200" y="1864824"/>
            <a:ext cx="3710050" cy="0"/>
          </a:xfrm>
          <a:prstGeom prst="line">
            <a:avLst/>
          </a:prstGeom>
          <a:ln w="19050">
            <a:solidFill>
              <a:srgbClr val="5B5B79"/>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899021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re et texte vertical">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F0718D-9C04-8D7D-D540-4CCEC90C5C62}"/>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004E8327-616B-F79F-443A-4AE72FC4027A}"/>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25A6EAB-57FE-DA2D-68B0-7891CCF7162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5619196-F478-CABB-EF81-54E25112BFE6}"/>
              </a:ext>
            </a:extLst>
          </p:cNvPr>
          <p:cNvSpPr>
            <a:spLocks noGrp="1"/>
          </p:cNvSpPr>
          <p:nvPr>
            <p:ph type="dt" sz="half" idx="10"/>
          </p:nvPr>
        </p:nvSpPr>
        <p:spPr/>
        <p:txBody>
          <a:bodyPr/>
          <a:lstStyle/>
          <a:p>
            <a:fld id="{EBC8CE34-6387-4921-B3A1-E249F36821DE}" type="datetimeyyyy">
              <a:rPr lang="fr-FR" smtClean="0"/>
              <a:t>2026</a:t>
            </a:fld>
            <a:endParaRPr lang="fr-FR"/>
          </a:p>
        </p:txBody>
      </p:sp>
      <p:sp>
        <p:nvSpPr>
          <p:cNvPr id="6" name="Espace réservé du numéro de diapositive 5">
            <a:extLst>
              <a:ext uri="{FF2B5EF4-FFF2-40B4-BE49-F238E27FC236}">
                <a16:creationId xmlns:a16="http://schemas.microsoft.com/office/drawing/2014/main" id="{B1131513-73B6-6AE4-BB65-E4BA8B9CD775}"/>
              </a:ext>
            </a:extLst>
          </p:cNvPr>
          <p:cNvSpPr>
            <a:spLocks noGrp="1"/>
          </p:cNvSpPr>
          <p:nvPr>
            <p:ph type="sldNum" sz="quarter" idx="12"/>
          </p:nvPr>
        </p:nvSpPr>
        <p:spPr/>
        <p:txBody>
          <a:bodyPr/>
          <a:lstStyle/>
          <a:p>
            <a:fld id="{5913F4F7-518B-459F-9B80-EE04630AFE87}" type="slidenum">
              <a:rPr lang="fr-FR" smtClean="0"/>
              <a:t>‹N°›</a:t>
            </a:fld>
            <a:endParaRPr lang="fr-FR"/>
          </a:p>
        </p:txBody>
      </p:sp>
      <p:sp>
        <p:nvSpPr>
          <p:cNvPr id="9" name="Espace réservé du texte 11">
            <a:extLst>
              <a:ext uri="{FF2B5EF4-FFF2-40B4-BE49-F238E27FC236}">
                <a16:creationId xmlns:a16="http://schemas.microsoft.com/office/drawing/2014/main" id="{305E9670-B68B-C976-D9D3-49DFA10B80ED}"/>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Tree>
    <p:extLst>
      <p:ext uri="{BB962C8B-B14F-4D97-AF65-F5344CB8AC3E}">
        <p14:creationId xmlns:p14="http://schemas.microsoft.com/office/powerpoint/2010/main" val="40889560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re vertical et tex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9A8A32C-ACF0-D9E3-EC70-696005017F48}"/>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vertical 1">
            <a:extLst>
              <a:ext uri="{FF2B5EF4-FFF2-40B4-BE49-F238E27FC236}">
                <a16:creationId xmlns:a16="http://schemas.microsoft.com/office/drawing/2014/main" id="{F2FFEF69-2F73-F876-8971-59820927DDB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2634104-E63E-90E1-B5A1-DC55CF27188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DB36427-4724-260B-8EC8-961BA4C95D48}"/>
              </a:ext>
            </a:extLst>
          </p:cNvPr>
          <p:cNvSpPr>
            <a:spLocks noGrp="1"/>
          </p:cNvSpPr>
          <p:nvPr>
            <p:ph type="dt" sz="half" idx="10"/>
          </p:nvPr>
        </p:nvSpPr>
        <p:spPr/>
        <p:txBody>
          <a:bodyPr/>
          <a:lstStyle/>
          <a:p>
            <a:fld id="{EF02FB00-082A-4260-887A-8C9B87625693}" type="datetimeyyyy">
              <a:rPr lang="fr-FR" smtClean="0"/>
              <a:t>2026</a:t>
            </a:fld>
            <a:endParaRPr lang="fr-FR"/>
          </a:p>
        </p:txBody>
      </p:sp>
      <p:sp>
        <p:nvSpPr>
          <p:cNvPr id="6" name="Espace réservé du numéro de diapositive 5">
            <a:extLst>
              <a:ext uri="{FF2B5EF4-FFF2-40B4-BE49-F238E27FC236}">
                <a16:creationId xmlns:a16="http://schemas.microsoft.com/office/drawing/2014/main" id="{6A5783CD-8A2A-4B3A-609D-E89E9657DF95}"/>
              </a:ext>
            </a:extLst>
          </p:cNvPr>
          <p:cNvSpPr>
            <a:spLocks noGrp="1"/>
          </p:cNvSpPr>
          <p:nvPr>
            <p:ph type="sldNum" sz="quarter" idx="12"/>
          </p:nvPr>
        </p:nvSpPr>
        <p:spPr/>
        <p:txBody>
          <a:bodyPr/>
          <a:lstStyle/>
          <a:p>
            <a:fld id="{5913F4F7-518B-459F-9B80-EE04630AFE87}" type="slidenum">
              <a:rPr lang="fr-FR" smtClean="0"/>
              <a:t>‹N°›</a:t>
            </a:fld>
            <a:endParaRPr lang="fr-FR"/>
          </a:p>
        </p:txBody>
      </p:sp>
      <p:sp>
        <p:nvSpPr>
          <p:cNvPr id="9" name="Espace réservé du texte 11">
            <a:extLst>
              <a:ext uri="{FF2B5EF4-FFF2-40B4-BE49-F238E27FC236}">
                <a16:creationId xmlns:a16="http://schemas.microsoft.com/office/drawing/2014/main" id="{0A6E1AE5-CB5F-8202-A627-3817EADFF6F2}"/>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Tree>
    <p:extLst>
      <p:ext uri="{BB962C8B-B14F-4D97-AF65-F5344CB8AC3E}">
        <p14:creationId xmlns:p14="http://schemas.microsoft.com/office/powerpoint/2010/main" val="36583700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sposition des reference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E5D439B-41BD-EB97-889C-BE18F254A3FA}"/>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D1A23F04-DF34-6B3B-3037-F668966C3639}"/>
              </a:ext>
            </a:extLst>
          </p:cNvPr>
          <p:cNvSpPr>
            <a:spLocks noGrp="1"/>
          </p:cNvSpPr>
          <p:nvPr>
            <p:ph type="title" hasCustomPrompt="1"/>
          </p:nvPr>
        </p:nvSpPr>
        <p:spPr/>
        <p:txBody>
          <a:bodyPr/>
          <a:lstStyle>
            <a:lvl1pPr>
              <a:defRPr/>
            </a:lvl1pPr>
          </a:lstStyle>
          <a:p>
            <a:r>
              <a:rPr lang="fr-FR" dirty="0"/>
              <a:t>Références ou bibliographie</a:t>
            </a:r>
          </a:p>
        </p:txBody>
      </p:sp>
      <p:sp>
        <p:nvSpPr>
          <p:cNvPr id="3" name="Espace réservé de la date 2">
            <a:extLst>
              <a:ext uri="{FF2B5EF4-FFF2-40B4-BE49-F238E27FC236}">
                <a16:creationId xmlns:a16="http://schemas.microsoft.com/office/drawing/2014/main" id="{66B7C293-8CE0-1A85-9CE0-64E316328435}"/>
              </a:ext>
            </a:extLst>
          </p:cNvPr>
          <p:cNvSpPr>
            <a:spLocks noGrp="1"/>
          </p:cNvSpPr>
          <p:nvPr>
            <p:ph type="dt" sz="half" idx="10"/>
          </p:nvPr>
        </p:nvSpPr>
        <p:spPr/>
        <p:txBody>
          <a:bodyPr/>
          <a:lstStyle/>
          <a:p>
            <a:fld id="{3FC7A63F-C241-4404-9972-321D22827E34}" type="datetimeyyyy">
              <a:rPr lang="fr-FR" smtClean="0"/>
              <a:t>2026</a:t>
            </a:fld>
            <a:endParaRPr lang="fr-FR"/>
          </a:p>
        </p:txBody>
      </p:sp>
      <p:sp>
        <p:nvSpPr>
          <p:cNvPr id="4" name="Espace réservé du numéro de diapositive 3">
            <a:extLst>
              <a:ext uri="{FF2B5EF4-FFF2-40B4-BE49-F238E27FC236}">
                <a16:creationId xmlns:a16="http://schemas.microsoft.com/office/drawing/2014/main" id="{5B133313-2EC6-6E4E-8013-190DAD357A7B}"/>
              </a:ext>
            </a:extLst>
          </p:cNvPr>
          <p:cNvSpPr>
            <a:spLocks noGrp="1"/>
          </p:cNvSpPr>
          <p:nvPr>
            <p:ph type="sldNum" sz="quarter" idx="11"/>
          </p:nvPr>
        </p:nvSpPr>
        <p:spPr/>
        <p:txBody>
          <a:bodyPr/>
          <a:lstStyle/>
          <a:p>
            <a:fld id="{5913F4F7-518B-459F-9B80-EE04630AFE87}" type="slidenum">
              <a:rPr lang="fr-FR" smtClean="0"/>
              <a:t>‹N°›</a:t>
            </a:fld>
            <a:endParaRPr lang="fr-FR"/>
          </a:p>
        </p:txBody>
      </p:sp>
      <p:sp>
        <p:nvSpPr>
          <p:cNvPr id="6" name="Espace réservé du texte 5">
            <a:extLst>
              <a:ext uri="{FF2B5EF4-FFF2-40B4-BE49-F238E27FC236}">
                <a16:creationId xmlns:a16="http://schemas.microsoft.com/office/drawing/2014/main" id="{E57BA116-23C6-1952-15A8-0B721DD01FE1}"/>
              </a:ext>
            </a:extLst>
          </p:cNvPr>
          <p:cNvSpPr>
            <a:spLocks noGrp="1"/>
          </p:cNvSpPr>
          <p:nvPr>
            <p:ph type="body" sz="quarter" idx="12" hasCustomPrompt="1"/>
          </p:nvPr>
        </p:nvSpPr>
        <p:spPr>
          <a:xfrm>
            <a:off x="838200" y="1844675"/>
            <a:ext cx="10515600" cy="4168775"/>
          </a:xfrm>
        </p:spPr>
        <p:txBody>
          <a:bodyPr>
            <a:normAutofit/>
          </a:bodyPr>
          <a:lstStyle>
            <a:lvl1pPr marL="457200" indent="-457200">
              <a:buFont typeface="+mj-lt"/>
              <a:buAutoNum type="arabicPeriod"/>
              <a:defRPr sz="1400"/>
            </a:lvl1pPr>
          </a:lstStyle>
          <a:p>
            <a:pPr lvl="0"/>
            <a:r>
              <a:rPr lang="fr-FR" dirty="0"/>
              <a:t>Ajouter une référence </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fr-FR" dirty="0"/>
              <a:t>Ajouter une référence</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fr-FR" dirty="0"/>
              <a:t>Ajouter une référence</a:t>
            </a:r>
          </a:p>
          <a:p>
            <a:pPr lvl="0"/>
            <a:endParaRPr lang="fr-FR" dirty="0"/>
          </a:p>
        </p:txBody>
      </p:sp>
      <p:sp>
        <p:nvSpPr>
          <p:cNvPr id="7" name="Espace réservé du texte 11">
            <a:extLst>
              <a:ext uri="{FF2B5EF4-FFF2-40B4-BE49-F238E27FC236}">
                <a16:creationId xmlns:a16="http://schemas.microsoft.com/office/drawing/2014/main" id="{4482D385-9979-2085-FC65-A5159B3FAA49}"/>
              </a:ext>
            </a:extLst>
          </p:cNvPr>
          <p:cNvSpPr>
            <a:spLocks noGrp="1"/>
          </p:cNvSpPr>
          <p:nvPr>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Tree>
    <p:extLst>
      <p:ext uri="{BB962C8B-B14F-4D97-AF65-F5344CB8AC3E}">
        <p14:creationId xmlns:p14="http://schemas.microsoft.com/office/powerpoint/2010/main" val="1740238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sposition des questions">
    <p:bg>
      <p:bgPr>
        <a:solidFill>
          <a:srgbClr val="DEDEE6">
            <a:alpha val="34000"/>
          </a:srgb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A4EE99A-F5B1-BBD4-97A3-DD7B2F54D7DC}"/>
              </a:ext>
            </a:extLst>
          </p:cNvPr>
          <p:cNvSpPr/>
          <p:nvPr userDrawn="1"/>
        </p:nvSpPr>
        <p:spPr>
          <a:xfrm>
            <a:off x="10890422" y="6419871"/>
            <a:ext cx="1301578" cy="230702"/>
          </a:xfrm>
          <a:prstGeom prst="rect">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e la date 2">
            <a:extLst>
              <a:ext uri="{FF2B5EF4-FFF2-40B4-BE49-F238E27FC236}">
                <a16:creationId xmlns:a16="http://schemas.microsoft.com/office/drawing/2014/main" id="{584FAAF2-B642-EB5D-4A97-660093696173}"/>
              </a:ext>
            </a:extLst>
          </p:cNvPr>
          <p:cNvSpPr>
            <a:spLocks noGrp="1"/>
          </p:cNvSpPr>
          <p:nvPr>
            <p:ph type="dt" sz="half" idx="10"/>
          </p:nvPr>
        </p:nvSpPr>
        <p:spPr>
          <a:xfrm>
            <a:off x="838200" y="6356350"/>
            <a:ext cx="2743200" cy="365125"/>
          </a:xfrm>
        </p:spPr>
        <p:txBody>
          <a:bodyPr/>
          <a:lstStyle/>
          <a:p>
            <a:fld id="{3FC7A63F-C241-4404-9972-321D22827E34}" type="datetimeyyyy">
              <a:rPr lang="fr-FR" smtClean="0"/>
              <a:t>2026</a:t>
            </a:fld>
            <a:endParaRPr lang="fr-FR"/>
          </a:p>
        </p:txBody>
      </p:sp>
      <p:sp>
        <p:nvSpPr>
          <p:cNvPr id="4" name="Espace réservé du numéro de diapositive 3">
            <a:extLst>
              <a:ext uri="{FF2B5EF4-FFF2-40B4-BE49-F238E27FC236}">
                <a16:creationId xmlns:a16="http://schemas.microsoft.com/office/drawing/2014/main" id="{AB4A2024-F4FD-6758-402B-4471DA6D3B29}"/>
              </a:ext>
            </a:extLst>
          </p:cNvPr>
          <p:cNvSpPr>
            <a:spLocks noGrp="1"/>
          </p:cNvSpPr>
          <p:nvPr>
            <p:ph type="sldNum" sz="quarter" idx="11"/>
          </p:nvPr>
        </p:nvSpPr>
        <p:spPr/>
        <p:txBody>
          <a:bodyPr/>
          <a:lstStyle/>
          <a:p>
            <a:fld id="{5913F4F7-518B-459F-9B80-EE04630AFE87}" type="slidenum">
              <a:rPr lang="fr-FR" smtClean="0"/>
              <a:t>‹N°›</a:t>
            </a:fld>
            <a:endParaRPr lang="fr-FR"/>
          </a:p>
        </p:txBody>
      </p:sp>
      <p:grpSp>
        <p:nvGrpSpPr>
          <p:cNvPr id="25" name="Groupe 24">
            <a:extLst>
              <a:ext uri="{FF2B5EF4-FFF2-40B4-BE49-F238E27FC236}">
                <a16:creationId xmlns:a16="http://schemas.microsoft.com/office/drawing/2014/main" id="{F8ECBAD1-7E72-DDDD-D8B6-3EC4B272A93D}"/>
              </a:ext>
            </a:extLst>
          </p:cNvPr>
          <p:cNvGrpSpPr/>
          <p:nvPr userDrawn="1"/>
        </p:nvGrpSpPr>
        <p:grpSpPr>
          <a:xfrm>
            <a:off x="2760767" y="954757"/>
            <a:ext cx="6670467" cy="3980936"/>
            <a:chOff x="2760767" y="954757"/>
            <a:chExt cx="6670467" cy="3980936"/>
          </a:xfrm>
        </p:grpSpPr>
        <p:cxnSp>
          <p:nvCxnSpPr>
            <p:cNvPr id="8" name="Connecteur droit 7">
              <a:extLst>
                <a:ext uri="{FF2B5EF4-FFF2-40B4-BE49-F238E27FC236}">
                  <a16:creationId xmlns:a16="http://schemas.microsoft.com/office/drawing/2014/main" id="{C96A5F74-4EDA-8340-4711-FBE8133840F4}"/>
                </a:ext>
              </a:extLst>
            </p:cNvPr>
            <p:cNvCxnSpPr>
              <a:cxnSpLocks/>
            </p:cNvCxnSpPr>
            <p:nvPr userDrawn="1"/>
          </p:nvCxnSpPr>
          <p:spPr>
            <a:xfrm>
              <a:off x="4751234" y="4335359"/>
              <a:ext cx="4680000" cy="0"/>
            </a:xfrm>
            <a:prstGeom prst="line">
              <a:avLst/>
            </a:prstGeom>
            <a:ln w="57150">
              <a:solidFill>
                <a:srgbClr val="2987B1"/>
              </a:solidFill>
            </a:ln>
          </p:spPr>
          <p:style>
            <a:lnRef idx="2">
              <a:schemeClr val="accent1"/>
            </a:lnRef>
            <a:fillRef idx="0">
              <a:schemeClr val="accent1"/>
            </a:fillRef>
            <a:effectRef idx="1">
              <a:schemeClr val="accent1"/>
            </a:effectRef>
            <a:fontRef idx="minor">
              <a:schemeClr val="tx1"/>
            </a:fontRef>
          </p:style>
        </p:cxnSp>
        <p:pic>
          <p:nvPicPr>
            <p:cNvPr id="6" name="Graphique 5" descr="Point d’interrogation avec un remplissage uni">
              <a:extLst>
                <a:ext uri="{FF2B5EF4-FFF2-40B4-BE49-F238E27FC236}">
                  <a16:creationId xmlns:a16="http://schemas.microsoft.com/office/drawing/2014/main" id="{232B2E10-4EE6-0672-10A8-97AD1A123C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760767" y="954757"/>
              <a:ext cx="3980936" cy="3980936"/>
            </a:xfrm>
            <a:prstGeom prst="rect">
              <a:avLst/>
            </a:prstGeom>
          </p:spPr>
        </p:pic>
        <p:sp>
          <p:nvSpPr>
            <p:cNvPr id="9" name="ZoneTexte 8">
              <a:extLst>
                <a:ext uri="{FF2B5EF4-FFF2-40B4-BE49-F238E27FC236}">
                  <a16:creationId xmlns:a16="http://schemas.microsoft.com/office/drawing/2014/main" id="{68DBEF87-E07A-0228-8ADE-476D96AE65E1}"/>
                </a:ext>
              </a:extLst>
            </p:cNvPr>
            <p:cNvSpPr txBox="1"/>
            <p:nvPr userDrawn="1"/>
          </p:nvSpPr>
          <p:spPr>
            <a:xfrm>
              <a:off x="5325825" y="3653561"/>
              <a:ext cx="4105409" cy="646331"/>
            </a:xfrm>
            <a:prstGeom prst="rect">
              <a:avLst/>
            </a:prstGeom>
            <a:noFill/>
          </p:spPr>
          <p:txBody>
            <a:bodyPr wrap="square" rtlCol="0">
              <a:spAutoFit/>
            </a:bodyPr>
            <a:lstStyle/>
            <a:p>
              <a:r>
                <a:rPr lang="fr-FR" sz="3600" b="1" dirty="0">
                  <a:solidFill>
                    <a:srgbClr val="424258"/>
                  </a:solidFill>
                  <a:latin typeface="Georgia" panose="02040502050405020303" pitchFamily="18" charset="0"/>
                </a:rPr>
                <a:t>Des questions</a:t>
              </a:r>
            </a:p>
          </p:txBody>
        </p:sp>
        <p:sp>
          <p:nvSpPr>
            <p:cNvPr id="10" name="Ellipse 9">
              <a:extLst>
                <a:ext uri="{FF2B5EF4-FFF2-40B4-BE49-F238E27FC236}">
                  <a16:creationId xmlns:a16="http://schemas.microsoft.com/office/drawing/2014/main" id="{667B14DD-3870-156A-63AF-3CCA4D27A203}"/>
                </a:ext>
              </a:extLst>
            </p:cNvPr>
            <p:cNvSpPr/>
            <p:nvPr userDrawn="1"/>
          </p:nvSpPr>
          <p:spPr>
            <a:xfrm>
              <a:off x="4434078" y="4018202"/>
              <a:ext cx="634314" cy="634314"/>
            </a:xfrm>
            <a:prstGeom prst="ellipse">
              <a:avLst/>
            </a:prstGeom>
            <a:solidFill>
              <a:srgbClr val="4242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1" name="Espace réservé du texte 11">
            <a:extLst>
              <a:ext uri="{FF2B5EF4-FFF2-40B4-BE49-F238E27FC236}">
                <a16:creationId xmlns:a16="http://schemas.microsoft.com/office/drawing/2014/main" id="{14655CF6-E63D-9163-737C-D83572CF548F}"/>
              </a:ext>
            </a:extLst>
          </p:cNvPr>
          <p:cNvSpPr>
            <a:spLocks noGrp="1"/>
          </p:cNvSpPr>
          <p:nvPr userDrawn="1">
            <p:ph type="body" sz="quarter" idx="13" hasCustomPrompt="1"/>
          </p:nvPr>
        </p:nvSpPr>
        <p:spPr>
          <a:xfrm>
            <a:off x="4252784" y="6352660"/>
            <a:ext cx="4114800" cy="365125"/>
          </a:xfrm>
        </p:spPr>
        <p:txBody>
          <a:bodyPr anchor="ctr">
            <a:noAutofit/>
          </a:bodyPr>
          <a:lstStyle>
            <a:lvl1pPr marL="0" indent="0" algn="ctr">
              <a:buNone/>
              <a:defRPr sz="1200">
                <a:solidFill>
                  <a:schemeClr val="bg1">
                    <a:lumMod val="50000"/>
                  </a:schemeClr>
                </a:solidFill>
              </a:defRPr>
            </a:lvl1pPr>
          </a:lstStyle>
          <a:p>
            <a:pPr lvl="0"/>
            <a:r>
              <a:rPr lang="fr-FR" dirty="0"/>
              <a:t>Ajouter le titre du cours</a:t>
            </a:r>
          </a:p>
        </p:txBody>
      </p:sp>
      <p:sp>
        <p:nvSpPr>
          <p:cNvPr id="21" name="Espace réservé du texte 19">
            <a:extLst>
              <a:ext uri="{FF2B5EF4-FFF2-40B4-BE49-F238E27FC236}">
                <a16:creationId xmlns:a16="http://schemas.microsoft.com/office/drawing/2014/main" id="{EA24B588-3DBF-A726-967D-AB8ADD29CF29}"/>
              </a:ext>
            </a:extLst>
          </p:cNvPr>
          <p:cNvSpPr>
            <a:spLocks noGrp="1"/>
          </p:cNvSpPr>
          <p:nvPr userDrawn="1">
            <p:ph type="body" sz="quarter" idx="15" hasCustomPrompt="1"/>
          </p:nvPr>
        </p:nvSpPr>
        <p:spPr>
          <a:xfrm>
            <a:off x="5527504" y="4414076"/>
            <a:ext cx="3702050" cy="588963"/>
          </a:xfrm>
        </p:spPr>
        <p:txBody>
          <a:bodyPr>
            <a:normAutofit/>
          </a:bodyPr>
          <a:lstStyle>
            <a:lvl1pPr marL="0" indent="0" algn="ctr">
              <a:buNone/>
              <a:defRPr sz="1400" u="sng">
                <a:solidFill>
                  <a:srgbClr val="2987B1"/>
                </a:solidFill>
                <a:latin typeface="Georgia" panose="02040502050405020303" pitchFamily="18" charset="0"/>
              </a:defRPr>
            </a:lvl1pPr>
          </a:lstStyle>
          <a:p>
            <a:pPr lvl="0"/>
            <a:r>
              <a:rPr lang="fr-FR" dirty="0"/>
              <a:t>pedagogie@caplogy.com</a:t>
            </a:r>
          </a:p>
        </p:txBody>
      </p:sp>
    </p:spTree>
    <p:extLst>
      <p:ext uri="{BB962C8B-B14F-4D97-AF65-F5344CB8AC3E}">
        <p14:creationId xmlns:p14="http://schemas.microsoft.com/office/powerpoint/2010/main" val="1308271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2069C91-A4D4-8CA5-6199-7A20881E68B5}"/>
              </a:ext>
            </a:extLst>
          </p:cNvPr>
          <p:cNvSpPr>
            <a:spLocks noGrp="1"/>
          </p:cNvSpPr>
          <p:nvPr>
            <p:ph type="title"/>
          </p:nvPr>
        </p:nvSpPr>
        <p:spPr>
          <a:xfrm>
            <a:off x="838200" y="510654"/>
            <a:ext cx="10515600" cy="1180034"/>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1BBCEF7D-6751-F5E5-AF84-2876636749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440C72FC-4917-989C-A94A-6295B855D9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C7A63F-C241-4404-9972-321D22827E34}" type="datetimeyyyy">
              <a:rPr lang="fr-FR" smtClean="0"/>
              <a:t>2026</a:t>
            </a:fld>
            <a:endParaRPr lang="fr-FR" dirty="0"/>
          </a:p>
        </p:txBody>
      </p:sp>
      <p:sp>
        <p:nvSpPr>
          <p:cNvPr id="6" name="Espace réservé du numéro de diapositive 5">
            <a:extLst>
              <a:ext uri="{FF2B5EF4-FFF2-40B4-BE49-F238E27FC236}">
                <a16:creationId xmlns:a16="http://schemas.microsoft.com/office/drawing/2014/main" id="{078C0975-BF95-82D7-43F5-E7841C2581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913F4F7-518B-459F-9B80-EE04630AFE87}" type="slidenum">
              <a:rPr lang="fr-FR" smtClean="0"/>
              <a:t>‹N°›</a:t>
            </a:fld>
            <a:endParaRPr lang="fr-FR"/>
          </a:p>
        </p:txBody>
      </p:sp>
      <p:sp>
        <p:nvSpPr>
          <p:cNvPr id="10" name="Espace réservé de la date 3">
            <a:extLst>
              <a:ext uri="{FF2B5EF4-FFF2-40B4-BE49-F238E27FC236}">
                <a16:creationId xmlns:a16="http://schemas.microsoft.com/office/drawing/2014/main" id="{6AA69FA7-EEC4-E87B-DAFD-E44C23653769}"/>
              </a:ext>
            </a:extLst>
          </p:cNvPr>
          <p:cNvSpPr txBox="1">
            <a:spLocks/>
          </p:cNvSpPr>
          <p:nvPr userDrawn="1"/>
        </p:nvSpPr>
        <p:spPr>
          <a:xfrm>
            <a:off x="1238763" y="6352660"/>
            <a:ext cx="2260257" cy="365125"/>
          </a:xfrm>
          <a:prstGeom prst="rect">
            <a:avLst/>
          </a:prstGeom>
        </p:spPr>
        <p:txBody>
          <a:bodyPr vert="horz" lIns="91440" tIns="45720" rIns="91440" bIns="45720" rtlCol="0" anchor="ctr"/>
          <a:lstStyle>
            <a:defPPr>
              <a:defRPr lang="fr-FR"/>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err="1"/>
              <a:t>Caplogy</a:t>
            </a:r>
            <a:r>
              <a:rPr lang="en-US" dirty="0"/>
              <a:t>. All rights reserved.</a:t>
            </a:r>
          </a:p>
        </p:txBody>
      </p:sp>
      <p:sp>
        <p:nvSpPr>
          <p:cNvPr id="11" name="Espace réservé de la date 3">
            <a:extLst>
              <a:ext uri="{FF2B5EF4-FFF2-40B4-BE49-F238E27FC236}">
                <a16:creationId xmlns:a16="http://schemas.microsoft.com/office/drawing/2014/main" id="{4FCBDBCF-5A12-C29D-2610-03BE24A7437D}"/>
              </a:ext>
            </a:extLst>
          </p:cNvPr>
          <p:cNvSpPr txBox="1">
            <a:spLocks/>
          </p:cNvSpPr>
          <p:nvPr userDrawn="1"/>
        </p:nvSpPr>
        <p:spPr>
          <a:xfrm>
            <a:off x="616808" y="6352660"/>
            <a:ext cx="254343" cy="365125"/>
          </a:xfrm>
          <a:prstGeom prst="rect">
            <a:avLst/>
          </a:prstGeom>
        </p:spPr>
        <p:txBody>
          <a:bodyPr vert="horz" lIns="91440" tIns="45720" rIns="91440" bIns="45720" rtlCol="0" anchor="ctr"/>
          <a:lstStyle>
            <a:defPPr>
              <a:defRPr lang="fr-FR"/>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a:t>
            </a:r>
            <a:endParaRPr lang="fr-FR" dirty="0"/>
          </a:p>
        </p:txBody>
      </p:sp>
      <p:grpSp>
        <p:nvGrpSpPr>
          <p:cNvPr id="12" name="Groupe 11">
            <a:extLst>
              <a:ext uri="{FF2B5EF4-FFF2-40B4-BE49-F238E27FC236}">
                <a16:creationId xmlns:a16="http://schemas.microsoft.com/office/drawing/2014/main" id="{DD82E456-4F5B-ED13-049E-0F4CA0F75433}"/>
              </a:ext>
            </a:extLst>
          </p:cNvPr>
          <p:cNvGrpSpPr/>
          <p:nvPr userDrawn="1"/>
        </p:nvGrpSpPr>
        <p:grpSpPr>
          <a:xfrm>
            <a:off x="871662" y="203150"/>
            <a:ext cx="10448676" cy="263611"/>
            <a:chOff x="453006" y="203150"/>
            <a:chExt cx="10448676" cy="263611"/>
          </a:xfrm>
        </p:grpSpPr>
        <p:cxnSp>
          <p:nvCxnSpPr>
            <p:cNvPr id="13" name="Connecteur droit 12">
              <a:extLst>
                <a:ext uri="{FF2B5EF4-FFF2-40B4-BE49-F238E27FC236}">
                  <a16:creationId xmlns:a16="http://schemas.microsoft.com/office/drawing/2014/main" id="{E7706A3F-8943-3CB5-9E28-108FD79C1D37}"/>
                </a:ext>
              </a:extLst>
            </p:cNvPr>
            <p:cNvCxnSpPr/>
            <p:nvPr userDrawn="1"/>
          </p:nvCxnSpPr>
          <p:spPr>
            <a:xfrm>
              <a:off x="453006" y="334956"/>
              <a:ext cx="1518407" cy="0"/>
            </a:xfrm>
            <a:prstGeom prst="line">
              <a:avLst/>
            </a:prstGeom>
            <a:ln w="127000">
              <a:solidFill>
                <a:srgbClr val="71D2E3"/>
              </a:solidFill>
            </a:ln>
          </p:spPr>
          <p:style>
            <a:lnRef idx="3">
              <a:schemeClr val="accent1"/>
            </a:lnRef>
            <a:fillRef idx="0">
              <a:schemeClr val="accent1"/>
            </a:fillRef>
            <a:effectRef idx="2">
              <a:schemeClr val="accent1"/>
            </a:effectRef>
            <a:fontRef idx="minor">
              <a:schemeClr val="tx1"/>
            </a:fontRef>
          </p:style>
        </p:cxnSp>
        <p:cxnSp>
          <p:nvCxnSpPr>
            <p:cNvPr id="14" name="Connecteur droit 13">
              <a:extLst>
                <a:ext uri="{FF2B5EF4-FFF2-40B4-BE49-F238E27FC236}">
                  <a16:creationId xmlns:a16="http://schemas.microsoft.com/office/drawing/2014/main" id="{AFACB53A-96F9-3BF7-FFCC-2CC0660F97A8}"/>
                </a:ext>
              </a:extLst>
            </p:cNvPr>
            <p:cNvCxnSpPr/>
            <p:nvPr userDrawn="1"/>
          </p:nvCxnSpPr>
          <p:spPr>
            <a:xfrm>
              <a:off x="1971413" y="336279"/>
              <a:ext cx="1518407" cy="0"/>
            </a:xfrm>
            <a:prstGeom prst="line">
              <a:avLst/>
            </a:prstGeom>
            <a:ln w="127000">
              <a:solidFill>
                <a:srgbClr val="5B5B79"/>
              </a:solidFill>
            </a:ln>
          </p:spPr>
          <p:style>
            <a:lnRef idx="3">
              <a:schemeClr val="accent1"/>
            </a:lnRef>
            <a:fillRef idx="0">
              <a:schemeClr val="accent1"/>
            </a:fillRef>
            <a:effectRef idx="2">
              <a:schemeClr val="accent1"/>
            </a:effectRef>
            <a:fontRef idx="minor">
              <a:schemeClr val="tx1"/>
            </a:fontRef>
          </p:style>
        </p:cxnSp>
        <p:cxnSp>
          <p:nvCxnSpPr>
            <p:cNvPr id="15" name="Connecteur droit 14">
              <a:extLst>
                <a:ext uri="{FF2B5EF4-FFF2-40B4-BE49-F238E27FC236}">
                  <a16:creationId xmlns:a16="http://schemas.microsoft.com/office/drawing/2014/main" id="{9CDC8A8D-8B79-0342-7E8A-F21DA9AF4409}"/>
                </a:ext>
              </a:extLst>
            </p:cNvPr>
            <p:cNvCxnSpPr>
              <a:cxnSpLocks/>
            </p:cNvCxnSpPr>
            <p:nvPr userDrawn="1"/>
          </p:nvCxnSpPr>
          <p:spPr>
            <a:xfrm>
              <a:off x="3481582" y="334956"/>
              <a:ext cx="3710050" cy="0"/>
            </a:xfrm>
            <a:prstGeom prst="line">
              <a:avLst/>
            </a:prstGeom>
            <a:ln w="127000">
              <a:solidFill>
                <a:srgbClr val="71D2E3"/>
              </a:solidFill>
            </a:ln>
          </p:spPr>
          <p:style>
            <a:lnRef idx="3">
              <a:schemeClr val="accent1"/>
            </a:lnRef>
            <a:fillRef idx="0">
              <a:schemeClr val="accent1"/>
            </a:fillRef>
            <a:effectRef idx="2">
              <a:schemeClr val="accent1"/>
            </a:effectRef>
            <a:fontRef idx="minor">
              <a:schemeClr val="tx1"/>
            </a:fontRef>
          </p:style>
        </p:cxnSp>
        <p:cxnSp>
          <p:nvCxnSpPr>
            <p:cNvPr id="16" name="Connecteur droit 15">
              <a:extLst>
                <a:ext uri="{FF2B5EF4-FFF2-40B4-BE49-F238E27FC236}">
                  <a16:creationId xmlns:a16="http://schemas.microsoft.com/office/drawing/2014/main" id="{B8D5A887-E1E7-F907-EEC9-6501157DF856}"/>
                </a:ext>
              </a:extLst>
            </p:cNvPr>
            <p:cNvCxnSpPr>
              <a:cxnSpLocks/>
            </p:cNvCxnSpPr>
            <p:nvPr userDrawn="1"/>
          </p:nvCxnSpPr>
          <p:spPr>
            <a:xfrm>
              <a:off x="7191632" y="334956"/>
              <a:ext cx="3710050" cy="0"/>
            </a:xfrm>
            <a:prstGeom prst="line">
              <a:avLst/>
            </a:prstGeom>
            <a:ln w="127000">
              <a:solidFill>
                <a:srgbClr val="5B5B79"/>
              </a:solidFill>
            </a:ln>
          </p:spPr>
          <p:style>
            <a:lnRef idx="3">
              <a:schemeClr val="accent1"/>
            </a:lnRef>
            <a:fillRef idx="0">
              <a:schemeClr val="accent1"/>
            </a:fillRef>
            <a:effectRef idx="2">
              <a:schemeClr val="accent1"/>
            </a:effectRef>
            <a:fontRef idx="minor">
              <a:schemeClr val="tx1"/>
            </a:fontRef>
          </p:style>
        </p:cxnSp>
        <p:sp>
          <p:nvSpPr>
            <p:cNvPr id="17" name="Ellipse 16">
              <a:extLst>
                <a:ext uri="{FF2B5EF4-FFF2-40B4-BE49-F238E27FC236}">
                  <a16:creationId xmlns:a16="http://schemas.microsoft.com/office/drawing/2014/main" id="{E02290E2-4476-37F5-433A-33FF82E174EB}"/>
                </a:ext>
              </a:extLst>
            </p:cNvPr>
            <p:cNvSpPr/>
            <p:nvPr userDrawn="1"/>
          </p:nvSpPr>
          <p:spPr>
            <a:xfrm>
              <a:off x="1839607" y="203150"/>
              <a:ext cx="263611" cy="263611"/>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F14A72BC-4345-EDD5-1D37-B9E3B148B27D}"/>
                </a:ext>
              </a:extLst>
            </p:cNvPr>
            <p:cNvSpPr/>
            <p:nvPr userDrawn="1"/>
          </p:nvSpPr>
          <p:spPr>
            <a:xfrm>
              <a:off x="3349777" y="203150"/>
              <a:ext cx="263611" cy="263611"/>
            </a:xfrm>
            <a:prstGeom prst="ellipse">
              <a:avLst/>
            </a:prstGeom>
            <a:solidFill>
              <a:srgbClr val="71D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40A5F1D4-E0F3-239E-C3FA-17D9A337D25D}"/>
                </a:ext>
              </a:extLst>
            </p:cNvPr>
            <p:cNvSpPr/>
            <p:nvPr userDrawn="1"/>
          </p:nvSpPr>
          <p:spPr>
            <a:xfrm>
              <a:off x="7059826" y="203150"/>
              <a:ext cx="263611" cy="263611"/>
            </a:xfrm>
            <a:prstGeom prst="ellipse">
              <a:avLst/>
            </a:prstGeom>
            <a:solidFill>
              <a:srgbClr val="5B5B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Tree>
    <p:extLst>
      <p:ext uri="{BB962C8B-B14F-4D97-AF65-F5344CB8AC3E}">
        <p14:creationId xmlns:p14="http://schemas.microsoft.com/office/powerpoint/2010/main" val="3767375169"/>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5" r:id="rId3"/>
    <p:sldLayoutId id="2147483668" r:id="rId4"/>
    <p:sldLayoutId id="2147483651" r:id="rId5"/>
    <p:sldLayoutId id="2147483650" r:id="rId6"/>
    <p:sldLayoutId id="2147483661" r:id="rId7"/>
    <p:sldLayoutId id="2147483662" r:id="rId8"/>
    <p:sldLayoutId id="2147483663" r:id="rId9"/>
    <p:sldLayoutId id="2147483664" r:id="rId10"/>
    <p:sldLayoutId id="2147483652" r:id="rId11"/>
    <p:sldLayoutId id="2147483653" r:id="rId12"/>
    <p:sldLayoutId id="2147483654" r:id="rId13"/>
    <p:sldLayoutId id="2147483655" r:id="rId14"/>
    <p:sldLayoutId id="2147483656" r:id="rId15"/>
    <p:sldLayoutId id="2147483657" r:id="rId16"/>
    <p:sldLayoutId id="2147483658" r:id="rId17"/>
    <p:sldLayoutId id="2147483659" r:id="rId18"/>
    <p:sldLayoutId id="2147483666" r:id="rId19"/>
    <p:sldLayoutId id="2147483667" r:id="rId20"/>
  </p:sldLayoutIdLst>
  <p:hf hdr="0" ftr="0"/>
  <p:txStyles>
    <p:titleStyle>
      <a:lvl1pPr algn="l" defTabSz="914400" rtl="0" eaLnBrk="1" latinLnBrk="0" hangingPunct="1">
        <a:lnSpc>
          <a:spcPct val="90000"/>
        </a:lnSpc>
        <a:spcBef>
          <a:spcPct val="0"/>
        </a:spcBef>
        <a:buNone/>
        <a:defRPr sz="3200" kern="1200">
          <a:solidFill>
            <a:srgbClr val="5B5B79"/>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4A_54432A4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BCB028-D7A6-BB7D-CD5D-FE2E99581DC4}"/>
              </a:ext>
            </a:extLst>
          </p:cNvPr>
          <p:cNvSpPr>
            <a:spLocks noGrp="1"/>
          </p:cNvSpPr>
          <p:nvPr>
            <p:ph type="ctrTitle"/>
          </p:nvPr>
        </p:nvSpPr>
        <p:spPr/>
        <p:txBody>
          <a:bodyPr>
            <a:normAutofit fontScale="90000"/>
          </a:bodyPr>
          <a:lstStyle/>
          <a:p>
            <a:r>
              <a:rPr lang="fr-FR" dirty="0"/>
              <a:t>Stockage des données dans Azure</a:t>
            </a:r>
            <a:br>
              <a:rPr lang="fr-FR" dirty="0"/>
            </a:br>
            <a:r>
              <a:rPr lang="fr-FR" dirty="0"/>
              <a:t>ADLS</a:t>
            </a:r>
          </a:p>
        </p:txBody>
      </p:sp>
      <p:sp>
        <p:nvSpPr>
          <p:cNvPr id="3" name="Sous-titre 2">
            <a:extLst>
              <a:ext uri="{FF2B5EF4-FFF2-40B4-BE49-F238E27FC236}">
                <a16:creationId xmlns:a16="http://schemas.microsoft.com/office/drawing/2014/main" id="{2794968B-00EC-E7CA-0134-8BB937F54ACF}"/>
              </a:ext>
            </a:extLst>
          </p:cNvPr>
          <p:cNvSpPr>
            <a:spLocks noGrp="1"/>
          </p:cNvSpPr>
          <p:nvPr>
            <p:ph type="subTitle" idx="1"/>
          </p:nvPr>
        </p:nvSpPr>
        <p:spPr/>
        <p:txBody>
          <a:bodyPr/>
          <a:lstStyle/>
          <a:p>
            <a:r>
              <a:rPr lang="fr-FR" dirty="0">
                <a:solidFill>
                  <a:srgbClr val="4A4A62"/>
                </a:solidFill>
              </a:rPr>
              <a:t>M1</a:t>
            </a:r>
          </a:p>
        </p:txBody>
      </p:sp>
      <p:sp>
        <p:nvSpPr>
          <p:cNvPr id="4" name="Espace réservé de la date 3">
            <a:extLst>
              <a:ext uri="{FF2B5EF4-FFF2-40B4-BE49-F238E27FC236}">
                <a16:creationId xmlns:a16="http://schemas.microsoft.com/office/drawing/2014/main" id="{EE9576FE-4E86-6B8D-4789-B74F4E0D207E}"/>
              </a:ext>
            </a:extLst>
          </p:cNvPr>
          <p:cNvSpPr>
            <a:spLocks noGrp="1"/>
          </p:cNvSpPr>
          <p:nvPr>
            <p:ph type="dt" sz="half" idx="10"/>
          </p:nvPr>
        </p:nvSpPr>
        <p:spPr/>
        <p:txBody>
          <a:bodyPr/>
          <a:lstStyle/>
          <a:p>
            <a:fld id="{8CD3FB23-3DE5-4888-A54C-CBA35DA6E3FD}" type="datetimeyyyy">
              <a:rPr lang="fr-FR" smtClean="0"/>
              <a:t>2026</a:t>
            </a:fld>
            <a:endParaRPr lang="fr-FR" dirty="0"/>
          </a:p>
        </p:txBody>
      </p:sp>
      <p:sp>
        <p:nvSpPr>
          <p:cNvPr id="5" name="Espace réservé du texte 4">
            <a:extLst>
              <a:ext uri="{FF2B5EF4-FFF2-40B4-BE49-F238E27FC236}">
                <a16:creationId xmlns:a16="http://schemas.microsoft.com/office/drawing/2014/main" id="{DEAC9A29-8BEF-8CD5-F83F-413DFA94CF37}"/>
              </a:ext>
            </a:extLst>
          </p:cNvPr>
          <p:cNvSpPr>
            <a:spLocks noGrp="1"/>
          </p:cNvSpPr>
          <p:nvPr>
            <p:ph type="body" sz="quarter" idx="12"/>
          </p:nvPr>
        </p:nvSpPr>
        <p:spPr>
          <a:xfrm>
            <a:off x="4279678" y="6352660"/>
            <a:ext cx="4114800" cy="365125"/>
          </a:xfrm>
        </p:spPr>
        <p:txBody>
          <a:bodyPr/>
          <a:lstStyle/>
          <a:p>
            <a:r>
              <a:rPr lang="fr-FR" dirty="0"/>
              <a:t>Data Eng</a:t>
            </a:r>
          </a:p>
        </p:txBody>
      </p:sp>
      <p:sp>
        <p:nvSpPr>
          <p:cNvPr id="6" name="Espace réservé du texte 5">
            <a:extLst>
              <a:ext uri="{FF2B5EF4-FFF2-40B4-BE49-F238E27FC236}">
                <a16:creationId xmlns:a16="http://schemas.microsoft.com/office/drawing/2014/main" id="{835E6B99-764E-E18C-2763-CCF163F5CB4A}"/>
              </a:ext>
            </a:extLst>
          </p:cNvPr>
          <p:cNvSpPr>
            <a:spLocks noGrp="1"/>
          </p:cNvSpPr>
          <p:nvPr>
            <p:ph type="body" sz="quarter" idx="13"/>
          </p:nvPr>
        </p:nvSpPr>
        <p:spPr/>
        <p:txBody>
          <a:bodyPr/>
          <a:lstStyle/>
          <a:p>
            <a:r>
              <a:rPr lang="fr-FR" dirty="0">
                <a:solidFill>
                  <a:srgbClr val="4A4A62"/>
                </a:solidFill>
              </a:rPr>
              <a:t>2025</a:t>
            </a:r>
          </a:p>
        </p:txBody>
      </p:sp>
    </p:spTree>
    <p:extLst>
      <p:ext uri="{BB962C8B-B14F-4D97-AF65-F5344CB8AC3E}">
        <p14:creationId xmlns:p14="http://schemas.microsoft.com/office/powerpoint/2010/main" val="1124459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DF535A1-3308-0C93-2E77-D7C8BB5B9AD9}"/>
              </a:ext>
            </a:extLst>
          </p:cNvPr>
          <p:cNvSpPr>
            <a:spLocks noGrp="1"/>
          </p:cNvSpPr>
          <p:nvPr>
            <p:ph type="body" sz="quarter" idx="15"/>
          </p:nvPr>
        </p:nvSpPr>
        <p:spPr/>
        <p:txBody>
          <a:bodyPr/>
          <a:lstStyle/>
          <a:p>
            <a:r>
              <a:rPr lang="fr-FR" dirty="0"/>
              <a:t>     Introduction</a:t>
            </a:r>
          </a:p>
        </p:txBody>
      </p:sp>
      <p:sp>
        <p:nvSpPr>
          <p:cNvPr id="3" name="Titre 2">
            <a:extLst>
              <a:ext uri="{FF2B5EF4-FFF2-40B4-BE49-F238E27FC236}">
                <a16:creationId xmlns:a16="http://schemas.microsoft.com/office/drawing/2014/main" id="{CFAA55FF-4643-CDE8-A5EA-C0E30FC2D8C6}"/>
              </a:ext>
            </a:extLst>
          </p:cNvPr>
          <p:cNvSpPr>
            <a:spLocks noGrp="1"/>
          </p:cNvSpPr>
          <p:nvPr>
            <p:ph type="title"/>
          </p:nvPr>
        </p:nvSpPr>
        <p:spPr/>
        <p:txBody>
          <a:bodyPr/>
          <a:lstStyle/>
          <a:p>
            <a:r>
              <a:rPr lang="fr-FR" dirty="0"/>
              <a:t>Plan du cours</a:t>
            </a:r>
          </a:p>
        </p:txBody>
      </p:sp>
      <p:sp>
        <p:nvSpPr>
          <p:cNvPr id="4" name="Espace réservé de la date 3">
            <a:extLst>
              <a:ext uri="{FF2B5EF4-FFF2-40B4-BE49-F238E27FC236}">
                <a16:creationId xmlns:a16="http://schemas.microsoft.com/office/drawing/2014/main" id="{ADE092AA-26BB-C7D3-614A-F0B80C3FB38B}"/>
              </a:ext>
            </a:extLst>
          </p:cNvPr>
          <p:cNvSpPr>
            <a:spLocks noGrp="1"/>
          </p:cNvSpPr>
          <p:nvPr>
            <p:ph type="dt" sz="half" idx="10"/>
          </p:nvPr>
        </p:nvSpPr>
        <p:spPr/>
        <p:txBody>
          <a:bodyPr/>
          <a:lstStyle/>
          <a:p>
            <a:fld id="{03EF5071-0BFD-4152-85CA-FEA422DAC900}"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0C185369-3F66-7A0F-B8CA-3ABD22F03D59}"/>
              </a:ext>
            </a:extLst>
          </p:cNvPr>
          <p:cNvSpPr>
            <a:spLocks noGrp="1"/>
          </p:cNvSpPr>
          <p:nvPr>
            <p:ph type="sldNum" sz="quarter" idx="12"/>
          </p:nvPr>
        </p:nvSpPr>
        <p:spPr/>
        <p:txBody>
          <a:bodyPr/>
          <a:lstStyle/>
          <a:p>
            <a:fld id="{5913F4F7-518B-459F-9B80-EE04630AFE87}" type="slidenum">
              <a:rPr lang="fr-FR" smtClean="0"/>
              <a:t>2</a:t>
            </a:fld>
            <a:endParaRPr lang="fr-FR"/>
          </a:p>
        </p:txBody>
      </p:sp>
      <p:sp>
        <p:nvSpPr>
          <p:cNvPr id="6" name="Espace réservé du texte 5">
            <a:extLst>
              <a:ext uri="{FF2B5EF4-FFF2-40B4-BE49-F238E27FC236}">
                <a16:creationId xmlns:a16="http://schemas.microsoft.com/office/drawing/2014/main" id="{580D8807-8794-0AF4-DE6D-93336B486FAC}"/>
              </a:ext>
            </a:extLst>
          </p:cNvPr>
          <p:cNvSpPr>
            <a:spLocks noGrp="1"/>
          </p:cNvSpPr>
          <p:nvPr>
            <p:ph type="body" sz="quarter" idx="13"/>
          </p:nvPr>
        </p:nvSpPr>
        <p:spPr/>
        <p:txBody>
          <a:bodyPr/>
          <a:lstStyle/>
          <a:p>
            <a:r>
              <a:rPr lang="fr-FR" dirty="0"/>
              <a:t>Titre du cours</a:t>
            </a:r>
          </a:p>
        </p:txBody>
      </p:sp>
      <p:sp>
        <p:nvSpPr>
          <p:cNvPr id="7" name="Espace réservé du texte 6">
            <a:extLst>
              <a:ext uri="{FF2B5EF4-FFF2-40B4-BE49-F238E27FC236}">
                <a16:creationId xmlns:a16="http://schemas.microsoft.com/office/drawing/2014/main" id="{99A70B84-0387-717D-6809-5258C1CB231E}"/>
              </a:ext>
            </a:extLst>
          </p:cNvPr>
          <p:cNvSpPr>
            <a:spLocks noGrp="1"/>
          </p:cNvSpPr>
          <p:nvPr>
            <p:ph type="body" sz="quarter" idx="14"/>
          </p:nvPr>
        </p:nvSpPr>
        <p:spPr/>
        <p:txBody>
          <a:bodyPr/>
          <a:lstStyle/>
          <a:p>
            <a:r>
              <a:rPr lang="fr-FR" dirty="0"/>
              <a:t>1</a:t>
            </a:r>
          </a:p>
        </p:txBody>
      </p:sp>
      <p:sp>
        <p:nvSpPr>
          <p:cNvPr id="8" name="Espace réservé du texte 7">
            <a:extLst>
              <a:ext uri="{FF2B5EF4-FFF2-40B4-BE49-F238E27FC236}">
                <a16:creationId xmlns:a16="http://schemas.microsoft.com/office/drawing/2014/main" id="{2812314F-FA93-58EE-0198-E171553663FD}"/>
              </a:ext>
            </a:extLst>
          </p:cNvPr>
          <p:cNvSpPr>
            <a:spLocks noGrp="1"/>
          </p:cNvSpPr>
          <p:nvPr>
            <p:ph type="body" sz="quarter" idx="16"/>
          </p:nvPr>
        </p:nvSpPr>
        <p:spPr>
          <a:xfrm>
            <a:off x="7004082" y="3149889"/>
            <a:ext cx="4012308" cy="461963"/>
          </a:xfrm>
        </p:spPr>
        <p:txBody>
          <a:bodyPr>
            <a:normAutofit/>
          </a:bodyPr>
          <a:lstStyle/>
          <a:p>
            <a:r>
              <a:rPr lang="fr-FR" sz="2000" dirty="0"/>
              <a:t>  Les services de stockage Azure</a:t>
            </a:r>
          </a:p>
        </p:txBody>
      </p:sp>
      <p:sp>
        <p:nvSpPr>
          <p:cNvPr id="9" name="Espace réservé du texte 8">
            <a:extLst>
              <a:ext uri="{FF2B5EF4-FFF2-40B4-BE49-F238E27FC236}">
                <a16:creationId xmlns:a16="http://schemas.microsoft.com/office/drawing/2014/main" id="{8A8744EF-BB10-D170-FAF8-D1D38291CD42}"/>
              </a:ext>
            </a:extLst>
          </p:cNvPr>
          <p:cNvSpPr>
            <a:spLocks noGrp="1"/>
          </p:cNvSpPr>
          <p:nvPr>
            <p:ph type="body" sz="quarter" idx="17"/>
          </p:nvPr>
        </p:nvSpPr>
        <p:spPr>
          <a:xfrm>
            <a:off x="6815221" y="3198308"/>
            <a:ext cx="369888" cy="365125"/>
          </a:xfrm>
        </p:spPr>
        <p:txBody>
          <a:bodyPr/>
          <a:lstStyle/>
          <a:p>
            <a:r>
              <a:rPr lang="fr-FR" dirty="0"/>
              <a:t>2</a:t>
            </a:r>
          </a:p>
        </p:txBody>
      </p:sp>
      <p:sp>
        <p:nvSpPr>
          <p:cNvPr id="12" name="Espace réservé du texte 11">
            <a:extLst>
              <a:ext uri="{FF2B5EF4-FFF2-40B4-BE49-F238E27FC236}">
                <a16:creationId xmlns:a16="http://schemas.microsoft.com/office/drawing/2014/main" id="{B49CC7DB-2574-7970-E288-7F137D63CB7C}"/>
              </a:ext>
            </a:extLst>
          </p:cNvPr>
          <p:cNvSpPr>
            <a:spLocks noGrp="1"/>
          </p:cNvSpPr>
          <p:nvPr>
            <p:ph type="body" sz="quarter" idx="20"/>
          </p:nvPr>
        </p:nvSpPr>
        <p:spPr>
          <a:xfrm>
            <a:off x="6815221" y="4522138"/>
            <a:ext cx="3744000" cy="461963"/>
          </a:xfrm>
        </p:spPr>
        <p:txBody>
          <a:bodyPr/>
          <a:lstStyle/>
          <a:p>
            <a:r>
              <a:rPr lang="fr-FR" dirty="0"/>
              <a:t>   Redondance et chiffrement </a:t>
            </a:r>
          </a:p>
        </p:txBody>
      </p:sp>
      <p:sp>
        <p:nvSpPr>
          <p:cNvPr id="13" name="Espace réservé du texte 12">
            <a:extLst>
              <a:ext uri="{FF2B5EF4-FFF2-40B4-BE49-F238E27FC236}">
                <a16:creationId xmlns:a16="http://schemas.microsoft.com/office/drawing/2014/main" id="{CF9D9FDB-C372-E410-DA54-4951CA5B4DB6}"/>
              </a:ext>
            </a:extLst>
          </p:cNvPr>
          <p:cNvSpPr>
            <a:spLocks noGrp="1"/>
          </p:cNvSpPr>
          <p:nvPr>
            <p:ph type="body" sz="quarter" idx="21"/>
          </p:nvPr>
        </p:nvSpPr>
        <p:spPr>
          <a:xfrm>
            <a:off x="6632359" y="4570557"/>
            <a:ext cx="369888" cy="365125"/>
          </a:xfrm>
        </p:spPr>
        <p:txBody>
          <a:bodyPr/>
          <a:lstStyle/>
          <a:p>
            <a:r>
              <a:rPr lang="fr-FR" dirty="0"/>
              <a:t>4</a:t>
            </a:r>
          </a:p>
        </p:txBody>
      </p:sp>
    </p:spTree>
    <p:extLst>
      <p:ext uri="{BB962C8B-B14F-4D97-AF65-F5344CB8AC3E}">
        <p14:creationId xmlns:p14="http://schemas.microsoft.com/office/powerpoint/2010/main" val="3294199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89B7EAF-F1FB-2643-11AD-6C052D83E242}"/>
              </a:ext>
            </a:extLst>
          </p:cNvPr>
          <p:cNvSpPr>
            <a:spLocks noGrp="1"/>
          </p:cNvSpPr>
          <p:nvPr>
            <p:ph type="dt" sz="half" idx="10"/>
          </p:nvPr>
        </p:nvSpPr>
        <p:spPr/>
        <p:txBody>
          <a:bodyPr/>
          <a:lstStyle/>
          <a:p>
            <a:fld id="{3FC7A63F-C241-4404-9972-321D22827E34}" type="datetimeyyyy">
              <a:rPr lang="fr-FR" smtClean="0"/>
              <a:t>2026</a:t>
            </a:fld>
            <a:endParaRPr lang="fr-FR"/>
          </a:p>
        </p:txBody>
      </p:sp>
      <p:sp>
        <p:nvSpPr>
          <p:cNvPr id="3" name="Espace réservé du numéro de diapositive 2">
            <a:extLst>
              <a:ext uri="{FF2B5EF4-FFF2-40B4-BE49-F238E27FC236}">
                <a16:creationId xmlns:a16="http://schemas.microsoft.com/office/drawing/2014/main" id="{F0BB7942-2998-7D4F-E209-9A1A4E996FAC}"/>
              </a:ext>
            </a:extLst>
          </p:cNvPr>
          <p:cNvSpPr>
            <a:spLocks noGrp="1"/>
          </p:cNvSpPr>
          <p:nvPr>
            <p:ph type="sldNum" sz="quarter" idx="11"/>
          </p:nvPr>
        </p:nvSpPr>
        <p:spPr/>
        <p:txBody>
          <a:bodyPr/>
          <a:lstStyle/>
          <a:p>
            <a:fld id="{5913F4F7-518B-459F-9B80-EE04630AFE87}" type="slidenum">
              <a:rPr lang="fr-FR" smtClean="0"/>
              <a:t>3</a:t>
            </a:fld>
            <a:endParaRPr lang="fr-FR"/>
          </a:p>
        </p:txBody>
      </p:sp>
      <p:sp>
        <p:nvSpPr>
          <p:cNvPr id="4" name="Titre 3">
            <a:extLst>
              <a:ext uri="{FF2B5EF4-FFF2-40B4-BE49-F238E27FC236}">
                <a16:creationId xmlns:a16="http://schemas.microsoft.com/office/drawing/2014/main" id="{D176DE45-153F-4F37-3233-B7F429193FDA}"/>
              </a:ext>
            </a:extLst>
          </p:cNvPr>
          <p:cNvSpPr>
            <a:spLocks noGrp="1"/>
          </p:cNvSpPr>
          <p:nvPr>
            <p:ph type="title"/>
          </p:nvPr>
        </p:nvSpPr>
        <p:spPr/>
        <p:txBody>
          <a:bodyPr/>
          <a:lstStyle/>
          <a:p>
            <a:r>
              <a:rPr lang="fr-FR" dirty="0"/>
              <a:t>Objectifs du cours</a:t>
            </a:r>
          </a:p>
        </p:txBody>
      </p:sp>
      <p:sp>
        <p:nvSpPr>
          <p:cNvPr id="5" name="Espace réservé du texte 4">
            <a:extLst>
              <a:ext uri="{FF2B5EF4-FFF2-40B4-BE49-F238E27FC236}">
                <a16:creationId xmlns:a16="http://schemas.microsoft.com/office/drawing/2014/main" id="{B103DA15-8D03-F2BA-3F8E-F03ACE29072B}"/>
              </a:ext>
            </a:extLst>
          </p:cNvPr>
          <p:cNvSpPr>
            <a:spLocks noGrp="1"/>
          </p:cNvSpPr>
          <p:nvPr>
            <p:ph type="body" sz="quarter" idx="12"/>
          </p:nvPr>
        </p:nvSpPr>
        <p:spPr>
          <a:xfrm>
            <a:off x="1019493" y="2410891"/>
            <a:ext cx="9866221" cy="3698875"/>
          </a:xfrm>
        </p:spPr>
        <p:txBody>
          <a:bodyPr/>
          <a:lstStyle/>
          <a:p>
            <a:pPr algn="just"/>
            <a:r>
              <a:rPr lang="fr-FR" dirty="0"/>
              <a:t> </a:t>
            </a:r>
            <a:r>
              <a:rPr lang="fr-FR" b="0" dirty="0">
                <a:solidFill>
                  <a:srgbClr val="202122"/>
                </a:solidFill>
                <a:effectLst/>
              </a:rPr>
              <a:t>Utiliser Azure Blob Storage pour le stockage de données non structurées</a:t>
            </a:r>
          </a:p>
          <a:p>
            <a:pPr marL="0" indent="0" algn="just">
              <a:buNone/>
            </a:pPr>
            <a:endParaRPr lang="fr-FR" b="0" dirty="0">
              <a:solidFill>
                <a:srgbClr val="202122"/>
              </a:solidFill>
              <a:effectLst/>
            </a:endParaRPr>
          </a:p>
          <a:p>
            <a:pPr algn="just"/>
            <a:r>
              <a:rPr lang="fr-FR" dirty="0"/>
              <a:t> </a:t>
            </a:r>
            <a:r>
              <a:rPr lang="fr-FR" b="0" dirty="0">
                <a:solidFill>
                  <a:srgbClr val="202122"/>
                </a:solidFill>
                <a:effectLst/>
              </a:rPr>
              <a:t>Configurer Azure Data Lake Storage Gen2 (ADLS Gen2) pour un accès haute performance aux données.</a:t>
            </a:r>
          </a:p>
          <a:p>
            <a:pPr algn="just"/>
            <a:endParaRPr lang="fr-FR" dirty="0"/>
          </a:p>
          <a:p>
            <a:pPr algn="just"/>
            <a:endParaRPr lang="fr-FR" dirty="0"/>
          </a:p>
        </p:txBody>
      </p:sp>
      <p:sp>
        <p:nvSpPr>
          <p:cNvPr id="6" name="Espace réservé du texte 5">
            <a:extLst>
              <a:ext uri="{FF2B5EF4-FFF2-40B4-BE49-F238E27FC236}">
                <a16:creationId xmlns:a16="http://schemas.microsoft.com/office/drawing/2014/main" id="{B6E4B968-1F19-B94C-C3DB-DCC5E9304C89}"/>
              </a:ext>
            </a:extLst>
          </p:cNvPr>
          <p:cNvSpPr>
            <a:spLocks noGrp="1"/>
          </p:cNvSpPr>
          <p:nvPr>
            <p:ph type="body" sz="quarter" idx="13"/>
          </p:nvPr>
        </p:nvSpPr>
        <p:spPr/>
        <p:txBody>
          <a:bodyPr/>
          <a:lstStyle/>
          <a:p>
            <a:r>
              <a:rPr lang="fr-FR" dirty="0"/>
              <a:t>Titre du cours</a:t>
            </a:r>
          </a:p>
        </p:txBody>
      </p:sp>
    </p:spTree>
    <p:extLst>
      <p:ext uri="{BB962C8B-B14F-4D97-AF65-F5344CB8AC3E}">
        <p14:creationId xmlns:p14="http://schemas.microsoft.com/office/powerpoint/2010/main" val="2776546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B62C285C-A789-EDEA-8759-9DBBD97EC5E1}"/>
              </a:ext>
            </a:extLst>
          </p:cNvPr>
          <p:cNvSpPr>
            <a:spLocks noGrp="1"/>
          </p:cNvSpPr>
          <p:nvPr>
            <p:ph type="dt" sz="half" idx="10"/>
          </p:nvPr>
        </p:nvSpPr>
        <p:spPr/>
        <p:txBody>
          <a:bodyPr/>
          <a:lstStyle/>
          <a:p>
            <a:fld id="{5D3ABE1B-60A4-48AC-A9CB-287974B2B5F2}"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07E01CBD-57A5-C31A-B782-5727EC1AFF8C}"/>
              </a:ext>
            </a:extLst>
          </p:cNvPr>
          <p:cNvSpPr>
            <a:spLocks noGrp="1"/>
          </p:cNvSpPr>
          <p:nvPr>
            <p:ph type="sldNum" sz="quarter" idx="12"/>
          </p:nvPr>
        </p:nvSpPr>
        <p:spPr/>
        <p:txBody>
          <a:bodyPr/>
          <a:lstStyle/>
          <a:p>
            <a:fld id="{5913F4F7-518B-459F-9B80-EE04630AFE87}" type="slidenum">
              <a:rPr lang="fr-FR" smtClean="0"/>
              <a:t>4</a:t>
            </a:fld>
            <a:endParaRPr lang="fr-FR"/>
          </a:p>
        </p:txBody>
      </p:sp>
      <p:sp>
        <p:nvSpPr>
          <p:cNvPr id="8" name="Titre 7">
            <a:extLst>
              <a:ext uri="{FF2B5EF4-FFF2-40B4-BE49-F238E27FC236}">
                <a16:creationId xmlns:a16="http://schemas.microsoft.com/office/drawing/2014/main" id="{819B0B69-EB01-7623-DCA2-1DC2D8BDC60F}"/>
              </a:ext>
            </a:extLst>
          </p:cNvPr>
          <p:cNvSpPr>
            <a:spLocks noGrp="1"/>
          </p:cNvSpPr>
          <p:nvPr>
            <p:ph type="title"/>
          </p:nvPr>
        </p:nvSpPr>
        <p:spPr>
          <a:xfrm>
            <a:off x="831849" y="1690030"/>
            <a:ext cx="10502900" cy="2808823"/>
          </a:xfrm>
        </p:spPr>
        <p:txBody>
          <a:bodyPr/>
          <a:lstStyle/>
          <a:p>
            <a:r>
              <a:rPr lang="fr-FR" dirty="0"/>
              <a:t>Introduction </a:t>
            </a:r>
          </a:p>
        </p:txBody>
      </p:sp>
    </p:spTree>
    <p:extLst>
      <p:ext uri="{BB962C8B-B14F-4D97-AF65-F5344CB8AC3E}">
        <p14:creationId xmlns:p14="http://schemas.microsoft.com/office/powerpoint/2010/main" val="3009758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B11EAA-2AF6-1281-1B09-85F173D7B3A7}"/>
              </a:ext>
            </a:extLst>
          </p:cNvPr>
          <p:cNvSpPr>
            <a:spLocks noGrp="1"/>
          </p:cNvSpPr>
          <p:nvPr>
            <p:ph type="title"/>
          </p:nvPr>
        </p:nvSpPr>
        <p:spPr/>
        <p:txBody>
          <a:bodyPr/>
          <a:lstStyle/>
          <a:p>
            <a:r>
              <a:rPr lang="fr-FR" dirty="0"/>
              <a:t>Introduction </a:t>
            </a:r>
          </a:p>
        </p:txBody>
      </p:sp>
      <p:pic>
        <p:nvPicPr>
          <p:cNvPr id="8" name="Espace réservé du contenu 7">
            <a:extLst>
              <a:ext uri="{FF2B5EF4-FFF2-40B4-BE49-F238E27FC236}">
                <a16:creationId xmlns:a16="http://schemas.microsoft.com/office/drawing/2014/main" id="{45AC99E7-8967-67D6-F3A0-B43C220AA8A8}"/>
              </a:ext>
            </a:extLst>
          </p:cNvPr>
          <p:cNvPicPr>
            <a:picLocks noGrp="1" noChangeAspect="1"/>
          </p:cNvPicPr>
          <p:nvPr>
            <p:ph idx="1"/>
          </p:nvPr>
        </p:nvPicPr>
        <p:blipFill>
          <a:blip r:embed="rId3"/>
          <a:stretch>
            <a:fillRect/>
          </a:stretch>
        </p:blipFill>
        <p:spPr>
          <a:xfrm>
            <a:off x="1725110" y="1336471"/>
            <a:ext cx="8741781" cy="5019879"/>
          </a:xfrm>
        </p:spPr>
      </p:pic>
      <p:sp>
        <p:nvSpPr>
          <p:cNvPr id="4" name="Espace réservé de la date 3">
            <a:extLst>
              <a:ext uri="{FF2B5EF4-FFF2-40B4-BE49-F238E27FC236}">
                <a16:creationId xmlns:a16="http://schemas.microsoft.com/office/drawing/2014/main" id="{8A53A4CD-01C6-0BB1-3F86-59BAA0E24B02}"/>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31C2A83D-B46B-E67E-A0C3-79A2822198A3}"/>
              </a:ext>
            </a:extLst>
          </p:cNvPr>
          <p:cNvSpPr>
            <a:spLocks noGrp="1"/>
          </p:cNvSpPr>
          <p:nvPr>
            <p:ph type="sldNum" sz="quarter" idx="12"/>
          </p:nvPr>
        </p:nvSpPr>
        <p:spPr/>
        <p:txBody>
          <a:bodyPr/>
          <a:lstStyle/>
          <a:p>
            <a:fld id="{5913F4F7-518B-459F-9B80-EE04630AFE87}" type="slidenum">
              <a:rPr lang="fr-FR" smtClean="0"/>
              <a:t>5</a:t>
            </a:fld>
            <a:endParaRPr lang="fr-FR" dirty="0"/>
          </a:p>
        </p:txBody>
      </p:sp>
      <p:sp>
        <p:nvSpPr>
          <p:cNvPr id="9" name="Rectangle 8">
            <a:extLst>
              <a:ext uri="{FF2B5EF4-FFF2-40B4-BE49-F238E27FC236}">
                <a16:creationId xmlns:a16="http://schemas.microsoft.com/office/drawing/2014/main" id="{AB3D7E14-01C3-A90F-C17A-1CE8D844ADD9}"/>
              </a:ext>
            </a:extLst>
          </p:cNvPr>
          <p:cNvSpPr/>
          <p:nvPr/>
        </p:nvSpPr>
        <p:spPr>
          <a:xfrm>
            <a:off x="1469571" y="1548714"/>
            <a:ext cx="3788229" cy="45146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413687876"/>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10ECFB-BC8D-4433-1345-F6DC29E8B530}"/>
              </a:ext>
            </a:extLst>
          </p:cNvPr>
          <p:cNvSpPr>
            <a:spLocks noGrp="1"/>
          </p:cNvSpPr>
          <p:nvPr>
            <p:ph type="title"/>
          </p:nvPr>
        </p:nvSpPr>
        <p:spPr/>
        <p:txBody>
          <a:bodyPr/>
          <a:lstStyle/>
          <a:p>
            <a:r>
              <a:rPr lang="fr-FR" noProof="0" dirty="0"/>
              <a:t>L'architecture et les services Azure</a:t>
            </a:r>
          </a:p>
        </p:txBody>
      </p:sp>
      <p:sp>
        <p:nvSpPr>
          <p:cNvPr id="3" name="Espace réservé du contenu 2">
            <a:extLst>
              <a:ext uri="{FF2B5EF4-FFF2-40B4-BE49-F238E27FC236}">
                <a16:creationId xmlns:a16="http://schemas.microsoft.com/office/drawing/2014/main" id="{BC971B7D-1F93-CA20-DE0C-AA33E3098C97}"/>
              </a:ext>
            </a:extLst>
          </p:cNvPr>
          <p:cNvSpPr>
            <a:spLocks noGrp="1"/>
          </p:cNvSpPr>
          <p:nvPr>
            <p:ph idx="1"/>
          </p:nvPr>
        </p:nvSpPr>
        <p:spPr>
          <a:xfrm>
            <a:off x="838200" y="1548714"/>
            <a:ext cx="10885714" cy="4612600"/>
          </a:xfrm>
        </p:spPr>
        <p:txBody>
          <a:bodyPr>
            <a:normAutofit lnSpcReduction="10000"/>
          </a:bodyPr>
          <a:lstStyle/>
          <a:p>
            <a:pPr marL="0" indent="0" algn="just">
              <a:buNone/>
            </a:pPr>
            <a:r>
              <a:rPr lang="fr-FR" dirty="0">
                <a:solidFill>
                  <a:schemeClr val="bg2">
                    <a:lumMod val="10000"/>
                  </a:schemeClr>
                </a:solidFill>
                <a:latin typeface="Times New Roman" panose="02020603050405020304" pitchFamily="18" charset="0"/>
                <a:cs typeface="Times New Roman" panose="02020603050405020304" pitchFamily="18" charset="0"/>
              </a:rPr>
              <a:t>Azure repose sur une technologie fiable et sécurisée, développée par Microsoft, garantissant une protection avancée des données et une responsabilité accrue dans l'utilisation du cloud.</a:t>
            </a:r>
          </a:p>
          <a:p>
            <a:pPr marL="0" indent="0" algn="just">
              <a:buNone/>
            </a:pPr>
            <a:endParaRPr lang="fr-FR" dirty="0">
              <a:solidFill>
                <a:schemeClr val="bg2">
                  <a:lumMod val="10000"/>
                </a:schemeClr>
              </a:solidFill>
              <a:latin typeface="Times New Roman" panose="02020603050405020304" pitchFamily="18" charset="0"/>
              <a:cs typeface="Times New Roman" panose="02020603050405020304" pitchFamily="18" charset="0"/>
            </a:endParaRPr>
          </a:p>
          <a:p>
            <a:pPr marL="0" indent="0" algn="just">
              <a:buNone/>
            </a:pPr>
            <a:r>
              <a:rPr lang="fr-FR" b="1" dirty="0">
                <a:solidFill>
                  <a:schemeClr val="bg2">
                    <a:lumMod val="10000"/>
                  </a:schemeClr>
                </a:solidFill>
                <a:latin typeface="Times New Roman" panose="02020603050405020304" pitchFamily="18" charset="0"/>
                <a:cs typeface="Times New Roman" panose="02020603050405020304" pitchFamily="18" charset="0"/>
              </a:rPr>
              <a:t>Que peut-on faire avec Azure ?</a:t>
            </a:r>
          </a:p>
          <a:p>
            <a:pPr algn="just">
              <a:buFont typeface="Wingdings" panose="05000000000000000000" pitchFamily="2" charset="2"/>
              <a:buChar char="ü"/>
            </a:pPr>
            <a:r>
              <a:rPr lang="fr-FR" dirty="0">
                <a:solidFill>
                  <a:schemeClr val="bg2">
                    <a:lumMod val="10000"/>
                  </a:schemeClr>
                </a:solidFill>
                <a:latin typeface="Times New Roman" panose="02020603050405020304" pitchFamily="18" charset="0"/>
                <a:cs typeface="Times New Roman" panose="02020603050405020304" pitchFamily="18" charset="0"/>
              </a:rPr>
              <a:t>Azure propose plus de </a:t>
            </a:r>
            <a:r>
              <a:rPr lang="fr-FR" b="1" dirty="0">
                <a:solidFill>
                  <a:schemeClr val="bg2">
                    <a:lumMod val="10000"/>
                  </a:schemeClr>
                </a:solidFill>
                <a:latin typeface="Times New Roman" panose="02020603050405020304" pitchFamily="18" charset="0"/>
                <a:cs typeface="Times New Roman" panose="02020603050405020304" pitchFamily="18" charset="0"/>
              </a:rPr>
              <a:t>100 services</a:t>
            </a:r>
            <a:r>
              <a:rPr lang="fr-FR" dirty="0">
                <a:solidFill>
                  <a:schemeClr val="bg2">
                    <a:lumMod val="10000"/>
                  </a:schemeClr>
                </a:solidFill>
                <a:latin typeface="Times New Roman" panose="02020603050405020304" pitchFamily="18" charset="0"/>
                <a:cs typeface="Times New Roman" panose="02020603050405020304" pitchFamily="18" charset="0"/>
              </a:rPr>
              <a:t> couvrant divers domaines, allant du simple hébergement d’applications aux technologies avancées comme l’intelligence artificielle et la réalité mixte.</a:t>
            </a:r>
          </a:p>
          <a:p>
            <a:pPr marL="0" indent="0" algn="just">
              <a:buNone/>
            </a:pPr>
            <a:endParaRPr lang="fr-FR" dirty="0">
              <a:solidFill>
                <a:schemeClr val="bg2">
                  <a:lumMod val="10000"/>
                </a:schemeClr>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ü"/>
            </a:pPr>
            <a:r>
              <a:rPr lang="fr-FR" dirty="0">
                <a:solidFill>
                  <a:schemeClr val="bg2">
                    <a:lumMod val="10000"/>
                  </a:schemeClr>
                </a:solidFill>
                <a:latin typeface="Times New Roman" panose="02020603050405020304" pitchFamily="18" charset="0"/>
                <a:cs typeface="Times New Roman" panose="02020603050405020304" pitchFamily="18" charset="0"/>
              </a:rPr>
              <a:t>Grâce à sa puissance et sa flexibilité, Azure permet aux entreprises et aux développeurs de concevoir des solutions qui seraient impossibles à mettre en œuvre sans la puissance du cloud.</a:t>
            </a:r>
          </a:p>
          <a:p>
            <a:pPr marL="0" indent="0" algn="just">
              <a:buNone/>
            </a:pPr>
            <a:endParaRPr lang="fr-FR" dirty="0">
              <a:solidFill>
                <a:schemeClr val="bg2">
                  <a:lumMod val="10000"/>
                </a:schemeClr>
              </a:solidFill>
              <a:latin typeface="Times New Roman" panose="02020603050405020304" pitchFamily="18" charset="0"/>
              <a:cs typeface="Times New Roman" panose="02020603050405020304" pitchFamily="18" charset="0"/>
            </a:endParaRPr>
          </a:p>
          <a:p>
            <a:endParaRPr lang="fr-FR" dirty="0"/>
          </a:p>
        </p:txBody>
      </p:sp>
      <p:sp>
        <p:nvSpPr>
          <p:cNvPr id="4" name="Espace réservé de la date 3">
            <a:extLst>
              <a:ext uri="{FF2B5EF4-FFF2-40B4-BE49-F238E27FC236}">
                <a16:creationId xmlns:a16="http://schemas.microsoft.com/office/drawing/2014/main" id="{21BF1182-43FE-927A-572C-C735E194E75D}"/>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3C0025A6-9540-3503-D6BC-B5E83B582808}"/>
              </a:ext>
            </a:extLst>
          </p:cNvPr>
          <p:cNvSpPr>
            <a:spLocks noGrp="1"/>
          </p:cNvSpPr>
          <p:nvPr>
            <p:ph type="sldNum" sz="quarter" idx="12"/>
          </p:nvPr>
        </p:nvSpPr>
        <p:spPr/>
        <p:txBody>
          <a:bodyPr/>
          <a:lstStyle/>
          <a:p>
            <a:fld id="{5913F4F7-518B-459F-9B80-EE04630AFE87}" type="slidenum">
              <a:rPr lang="fr-FR" smtClean="0"/>
              <a:t>6</a:t>
            </a:fld>
            <a:endParaRPr lang="fr-FR" dirty="0"/>
          </a:p>
        </p:txBody>
      </p:sp>
      <p:sp>
        <p:nvSpPr>
          <p:cNvPr id="6" name="Espace réservé du texte 5">
            <a:extLst>
              <a:ext uri="{FF2B5EF4-FFF2-40B4-BE49-F238E27FC236}">
                <a16:creationId xmlns:a16="http://schemas.microsoft.com/office/drawing/2014/main" id="{D894D3BF-E69E-24E4-9280-D13B347FB907}"/>
              </a:ext>
            </a:extLst>
          </p:cNvPr>
          <p:cNvSpPr>
            <a:spLocks noGrp="1"/>
          </p:cNvSpPr>
          <p:nvPr>
            <p:ph type="body" sz="quarter" idx="13"/>
          </p:nvPr>
        </p:nvSpPr>
        <p:spPr/>
        <p:txBody>
          <a:bodyPr/>
          <a:lstStyle/>
          <a:p>
            <a:endParaRPr lang="fr-FR"/>
          </a:p>
        </p:txBody>
      </p:sp>
    </p:spTree>
    <p:extLst>
      <p:ext uri="{BB962C8B-B14F-4D97-AF65-F5344CB8AC3E}">
        <p14:creationId xmlns:p14="http://schemas.microsoft.com/office/powerpoint/2010/main" val="2298209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1781E0-A432-604D-1AD2-E723070DCCE4}"/>
              </a:ext>
            </a:extLst>
          </p:cNvPr>
          <p:cNvSpPr>
            <a:spLocks noGrp="1"/>
          </p:cNvSpPr>
          <p:nvPr>
            <p:ph type="title"/>
          </p:nvPr>
        </p:nvSpPr>
        <p:spPr/>
        <p:txBody>
          <a:bodyPr/>
          <a:lstStyle/>
          <a:p>
            <a:r>
              <a:rPr lang="fr-FR" dirty="0"/>
              <a:t>L'architecture et les services Azure</a:t>
            </a:r>
          </a:p>
        </p:txBody>
      </p:sp>
      <p:sp>
        <p:nvSpPr>
          <p:cNvPr id="3" name="Espace réservé du contenu 2">
            <a:extLst>
              <a:ext uri="{FF2B5EF4-FFF2-40B4-BE49-F238E27FC236}">
                <a16:creationId xmlns:a16="http://schemas.microsoft.com/office/drawing/2014/main" id="{A8BDAC4E-B83C-051A-EB4D-681B3A0FF7BE}"/>
              </a:ext>
            </a:extLst>
          </p:cNvPr>
          <p:cNvSpPr>
            <a:spLocks noGrp="1"/>
          </p:cNvSpPr>
          <p:nvPr>
            <p:ph idx="1"/>
          </p:nvPr>
        </p:nvSpPr>
        <p:spPr>
          <a:xfrm>
            <a:off x="696686" y="1547751"/>
            <a:ext cx="11016342" cy="4554145"/>
          </a:xfrm>
        </p:spPr>
        <p:txBody>
          <a:bodyPr>
            <a:normAutofit/>
          </a:bodyPr>
          <a:lstStyle/>
          <a:p>
            <a:pPr marL="0" indent="0" algn="just">
              <a:buNone/>
            </a:pPr>
            <a:r>
              <a:rPr lang="fr-FR" b="1" dirty="0">
                <a:solidFill>
                  <a:schemeClr val="bg2">
                    <a:lumMod val="10000"/>
                  </a:schemeClr>
                </a:solidFill>
                <a:latin typeface="Times New Roman" panose="02020603050405020304" pitchFamily="18" charset="0"/>
                <a:cs typeface="Times New Roman" panose="02020603050405020304" pitchFamily="18" charset="0"/>
              </a:rPr>
              <a:t>Quelques exemples d'utilisation d’Azure :</a:t>
            </a:r>
          </a:p>
          <a:p>
            <a:pPr marL="0" indent="0" algn="just">
              <a:buNone/>
            </a:pPr>
            <a:endParaRPr lang="fr-FR" b="1" dirty="0">
              <a:solidFill>
                <a:schemeClr val="bg2">
                  <a:lumMod val="10000"/>
                </a:schemeClr>
              </a:solidFill>
              <a:latin typeface="Times New Roman" panose="02020603050405020304" pitchFamily="18" charset="0"/>
              <a:cs typeface="Times New Roman" panose="02020603050405020304" pitchFamily="18" charset="0"/>
            </a:endParaRPr>
          </a:p>
          <a:p>
            <a:pPr lvl="1" algn="just">
              <a:spcBef>
                <a:spcPts val="600"/>
              </a:spcBef>
              <a:spcAft>
                <a:spcPts val="1200"/>
              </a:spcAft>
            </a:pPr>
            <a:r>
              <a:rPr lang="fr-FR" b="1" dirty="0">
                <a:solidFill>
                  <a:schemeClr val="bg2">
                    <a:lumMod val="10000"/>
                  </a:schemeClr>
                </a:solidFill>
                <a:latin typeface="Times New Roman" panose="02020603050405020304" pitchFamily="18" charset="0"/>
                <a:cs typeface="Times New Roman" panose="02020603050405020304" pitchFamily="18" charset="0"/>
              </a:rPr>
              <a:t>Exécuter des applications existantes</a:t>
            </a:r>
            <a:r>
              <a:rPr lang="fr-FR" dirty="0">
                <a:solidFill>
                  <a:schemeClr val="bg2">
                    <a:lumMod val="10000"/>
                  </a:schemeClr>
                </a:solidFill>
                <a:latin typeface="Times New Roman" panose="02020603050405020304" pitchFamily="18" charset="0"/>
                <a:cs typeface="Times New Roman" panose="02020603050405020304" pitchFamily="18" charset="0"/>
              </a:rPr>
              <a:t> : Les entreprises peuvent migrer leurs applications vers des </a:t>
            </a:r>
            <a:r>
              <a:rPr lang="fr-FR" b="1" dirty="0">
                <a:solidFill>
                  <a:schemeClr val="bg2">
                    <a:lumMod val="10000"/>
                  </a:schemeClr>
                </a:solidFill>
                <a:latin typeface="Times New Roman" panose="02020603050405020304" pitchFamily="18" charset="0"/>
                <a:cs typeface="Times New Roman" panose="02020603050405020304" pitchFamily="18" charset="0"/>
              </a:rPr>
              <a:t>machines virtuelles (VM)</a:t>
            </a:r>
            <a:r>
              <a:rPr lang="fr-FR" dirty="0">
                <a:solidFill>
                  <a:schemeClr val="bg2">
                    <a:lumMod val="10000"/>
                  </a:schemeClr>
                </a:solidFill>
                <a:latin typeface="Times New Roman" panose="02020603050405020304" pitchFamily="18" charset="0"/>
                <a:cs typeface="Times New Roman" panose="02020603050405020304" pitchFamily="18" charset="0"/>
              </a:rPr>
              <a:t> sur Azure, réduisant ainsi les coûts liés à l’infrastructure physique.</a:t>
            </a:r>
          </a:p>
          <a:p>
            <a:pPr lvl="1" algn="just">
              <a:spcBef>
                <a:spcPts val="600"/>
              </a:spcBef>
              <a:spcAft>
                <a:spcPts val="1200"/>
              </a:spcAft>
            </a:pPr>
            <a:r>
              <a:rPr lang="fr-FR" b="1" dirty="0">
                <a:solidFill>
                  <a:schemeClr val="bg2">
                    <a:lumMod val="10000"/>
                  </a:schemeClr>
                </a:solidFill>
                <a:latin typeface="Times New Roman" panose="02020603050405020304" pitchFamily="18" charset="0"/>
                <a:cs typeface="Times New Roman" panose="02020603050405020304" pitchFamily="18" charset="0"/>
              </a:rPr>
              <a:t>Exploiter l'intelligence artificielle (IA) et l’apprentissage automatique (ML)</a:t>
            </a:r>
            <a:r>
              <a:rPr lang="fr-FR" dirty="0">
                <a:solidFill>
                  <a:schemeClr val="bg2">
                    <a:lumMod val="10000"/>
                  </a:schemeClr>
                </a:solidFill>
                <a:latin typeface="Times New Roman" panose="02020603050405020304" pitchFamily="18" charset="0"/>
                <a:cs typeface="Times New Roman" panose="02020603050405020304" pitchFamily="18" charset="0"/>
              </a:rPr>
              <a:t> : Azure propose des services avancés permettant aux applications de comprendre et d'interagir avec les utilisateurs via la </a:t>
            </a:r>
            <a:r>
              <a:rPr lang="fr-FR" b="1" dirty="0">
                <a:solidFill>
                  <a:schemeClr val="bg2">
                    <a:lumMod val="10000"/>
                  </a:schemeClr>
                </a:solidFill>
                <a:latin typeface="Times New Roman" panose="02020603050405020304" pitchFamily="18" charset="0"/>
                <a:cs typeface="Times New Roman" panose="02020603050405020304" pitchFamily="18" charset="0"/>
              </a:rPr>
              <a:t>vision,  la parole</a:t>
            </a:r>
            <a:r>
              <a:rPr lang="fr-FR" dirty="0">
                <a:solidFill>
                  <a:schemeClr val="bg2">
                    <a:lumMod val="10000"/>
                  </a:schemeClr>
                </a:solidFill>
                <a:latin typeface="Times New Roman" panose="02020603050405020304" pitchFamily="18" charset="0"/>
                <a:cs typeface="Times New Roman" panose="02020603050405020304" pitchFamily="18" charset="0"/>
              </a:rPr>
              <a:t>.</a:t>
            </a:r>
          </a:p>
          <a:p>
            <a:pPr lvl="1" algn="just">
              <a:spcBef>
                <a:spcPts val="600"/>
              </a:spcBef>
              <a:spcAft>
                <a:spcPts val="1200"/>
              </a:spcAft>
            </a:pPr>
            <a:r>
              <a:rPr lang="fr-FR" b="1" dirty="0">
                <a:solidFill>
                  <a:schemeClr val="bg2">
                    <a:lumMod val="10000"/>
                  </a:schemeClr>
                </a:solidFill>
                <a:latin typeface="Times New Roman" panose="02020603050405020304" pitchFamily="18" charset="0"/>
                <a:cs typeface="Times New Roman" panose="02020603050405020304" pitchFamily="18" charset="0"/>
              </a:rPr>
              <a:t>Stockage et gestion des données</a:t>
            </a:r>
            <a:r>
              <a:rPr lang="fr-FR" dirty="0">
                <a:solidFill>
                  <a:schemeClr val="bg2">
                    <a:lumMod val="10000"/>
                  </a:schemeClr>
                </a:solidFill>
                <a:latin typeface="Times New Roman" panose="02020603050405020304" pitchFamily="18" charset="0"/>
                <a:cs typeface="Times New Roman" panose="02020603050405020304" pitchFamily="18" charset="0"/>
              </a:rPr>
              <a:t> : Avec des solutions comme </a:t>
            </a:r>
            <a:r>
              <a:rPr lang="fr-FR" b="1" dirty="0">
                <a:solidFill>
                  <a:schemeClr val="bg2">
                    <a:lumMod val="10000"/>
                  </a:schemeClr>
                </a:solidFill>
                <a:latin typeface="Times New Roman" panose="02020603050405020304" pitchFamily="18" charset="0"/>
                <a:cs typeface="Times New Roman" panose="02020603050405020304" pitchFamily="18" charset="0"/>
              </a:rPr>
              <a:t>Azure Blob Storage et Azure SQL </a:t>
            </a:r>
            <a:r>
              <a:rPr lang="fr-FR" b="1" dirty="0" err="1">
                <a:solidFill>
                  <a:schemeClr val="bg2">
                    <a:lumMod val="10000"/>
                  </a:schemeClr>
                </a:solidFill>
                <a:latin typeface="Times New Roman" panose="02020603050405020304" pitchFamily="18" charset="0"/>
                <a:cs typeface="Times New Roman" panose="02020603050405020304" pitchFamily="18" charset="0"/>
              </a:rPr>
              <a:t>Database</a:t>
            </a:r>
            <a:r>
              <a:rPr lang="fr-FR" dirty="0">
                <a:solidFill>
                  <a:schemeClr val="bg2">
                    <a:lumMod val="10000"/>
                  </a:schemeClr>
                </a:solidFill>
                <a:latin typeface="Times New Roman" panose="02020603050405020304" pitchFamily="18" charset="0"/>
                <a:cs typeface="Times New Roman" panose="02020603050405020304" pitchFamily="18" charset="0"/>
              </a:rPr>
              <a:t>, il est possible de stocker et traiter des </a:t>
            </a:r>
            <a:r>
              <a:rPr lang="fr-FR" b="1" dirty="0">
                <a:solidFill>
                  <a:schemeClr val="bg2">
                    <a:lumMod val="10000"/>
                  </a:schemeClr>
                </a:solidFill>
                <a:latin typeface="Times New Roman" panose="02020603050405020304" pitchFamily="18" charset="0"/>
                <a:cs typeface="Times New Roman" panose="02020603050405020304" pitchFamily="18" charset="0"/>
              </a:rPr>
              <a:t>volumes massifs de données</a:t>
            </a:r>
            <a:r>
              <a:rPr lang="fr-FR" dirty="0">
                <a:solidFill>
                  <a:schemeClr val="bg2">
                    <a:lumMod val="10000"/>
                  </a:schemeClr>
                </a:solidFill>
                <a:latin typeface="Times New Roman" panose="02020603050405020304" pitchFamily="18" charset="0"/>
                <a:cs typeface="Times New Roman" panose="02020603050405020304" pitchFamily="18" charset="0"/>
              </a:rPr>
              <a:t> de manière évolutive.</a:t>
            </a:r>
          </a:p>
          <a:p>
            <a:pPr lvl="1" algn="just">
              <a:spcBef>
                <a:spcPts val="600"/>
              </a:spcBef>
              <a:spcAft>
                <a:spcPts val="1200"/>
              </a:spcAft>
            </a:pPr>
            <a:r>
              <a:rPr lang="fr-FR" b="1" dirty="0">
                <a:solidFill>
                  <a:schemeClr val="bg2">
                    <a:lumMod val="10000"/>
                  </a:schemeClr>
                </a:solidFill>
                <a:latin typeface="Times New Roman" panose="02020603050405020304" pitchFamily="18" charset="0"/>
                <a:cs typeface="Times New Roman" panose="02020603050405020304" pitchFamily="18" charset="0"/>
              </a:rPr>
              <a:t>Créer des solutions innovantes</a:t>
            </a:r>
            <a:r>
              <a:rPr lang="fr-FR" dirty="0">
                <a:solidFill>
                  <a:schemeClr val="bg2">
                    <a:lumMod val="10000"/>
                  </a:schemeClr>
                </a:solidFill>
                <a:latin typeface="Times New Roman" panose="02020603050405020304" pitchFamily="18" charset="0"/>
                <a:cs typeface="Times New Roman" panose="02020603050405020304" pitchFamily="18" charset="0"/>
              </a:rPr>
              <a:t> : Azure facilite le développement de </a:t>
            </a:r>
            <a:r>
              <a:rPr lang="fr-FR" b="1" dirty="0" err="1">
                <a:solidFill>
                  <a:schemeClr val="bg2">
                    <a:lumMod val="10000"/>
                  </a:schemeClr>
                </a:solidFill>
                <a:latin typeface="Times New Roman" panose="02020603050405020304" pitchFamily="18" charset="0"/>
                <a:cs typeface="Times New Roman" panose="02020603050405020304" pitchFamily="18" charset="0"/>
              </a:rPr>
              <a:t>chatbots</a:t>
            </a:r>
            <a:r>
              <a:rPr lang="fr-FR" b="1" dirty="0">
                <a:solidFill>
                  <a:schemeClr val="bg2">
                    <a:lumMod val="10000"/>
                  </a:schemeClr>
                </a:solidFill>
                <a:latin typeface="Times New Roman" panose="02020603050405020304" pitchFamily="18" charset="0"/>
                <a:cs typeface="Times New Roman" panose="02020603050405020304" pitchFamily="18" charset="0"/>
              </a:rPr>
              <a:t> intelligents, d’applications cloud natives et d’expériences de réalité augmentée/mixte</a:t>
            </a:r>
            <a:r>
              <a:rPr lang="fr-FR" dirty="0">
                <a:solidFill>
                  <a:schemeClr val="bg2">
                    <a:lumMod val="10000"/>
                  </a:schemeClr>
                </a:solidFill>
                <a:latin typeface="Times New Roman" panose="02020603050405020304" pitchFamily="18" charset="0"/>
                <a:cs typeface="Times New Roman" panose="02020603050405020304" pitchFamily="18" charset="0"/>
              </a:rPr>
              <a:t>.</a:t>
            </a:r>
          </a:p>
        </p:txBody>
      </p:sp>
      <p:sp>
        <p:nvSpPr>
          <p:cNvPr id="4" name="Espace réservé de la date 3">
            <a:extLst>
              <a:ext uri="{FF2B5EF4-FFF2-40B4-BE49-F238E27FC236}">
                <a16:creationId xmlns:a16="http://schemas.microsoft.com/office/drawing/2014/main" id="{12CAFBA5-9CD4-D270-EB6C-E28D3FC77D66}"/>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5DAE85C7-48EF-70E0-5A02-0C065C27B691}"/>
              </a:ext>
            </a:extLst>
          </p:cNvPr>
          <p:cNvSpPr>
            <a:spLocks noGrp="1"/>
          </p:cNvSpPr>
          <p:nvPr>
            <p:ph type="sldNum" sz="quarter" idx="12"/>
          </p:nvPr>
        </p:nvSpPr>
        <p:spPr/>
        <p:txBody>
          <a:bodyPr/>
          <a:lstStyle/>
          <a:p>
            <a:fld id="{5913F4F7-518B-459F-9B80-EE04630AFE87}" type="slidenum">
              <a:rPr lang="fr-FR" smtClean="0"/>
              <a:t>7</a:t>
            </a:fld>
            <a:endParaRPr lang="fr-FR" dirty="0"/>
          </a:p>
        </p:txBody>
      </p:sp>
      <p:sp>
        <p:nvSpPr>
          <p:cNvPr id="6" name="Espace réservé du texte 5">
            <a:extLst>
              <a:ext uri="{FF2B5EF4-FFF2-40B4-BE49-F238E27FC236}">
                <a16:creationId xmlns:a16="http://schemas.microsoft.com/office/drawing/2014/main" id="{627CAC30-4F05-C8EC-A700-91D23734858C}"/>
              </a:ext>
            </a:extLst>
          </p:cNvPr>
          <p:cNvSpPr>
            <a:spLocks noGrp="1"/>
          </p:cNvSpPr>
          <p:nvPr>
            <p:ph type="body" sz="quarter" idx="13"/>
          </p:nvPr>
        </p:nvSpPr>
        <p:spPr/>
        <p:txBody>
          <a:bodyPr/>
          <a:lstStyle/>
          <a:p>
            <a:endParaRPr lang="fr-FR"/>
          </a:p>
        </p:txBody>
      </p:sp>
    </p:spTree>
    <p:extLst>
      <p:ext uri="{BB962C8B-B14F-4D97-AF65-F5344CB8AC3E}">
        <p14:creationId xmlns:p14="http://schemas.microsoft.com/office/powerpoint/2010/main" val="4072000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2E30E1-C5A4-B15E-A4B1-58587EFCDF77}"/>
              </a:ext>
            </a:extLst>
          </p:cNvPr>
          <p:cNvSpPr>
            <a:spLocks noGrp="1"/>
          </p:cNvSpPr>
          <p:nvPr>
            <p:ph type="title"/>
          </p:nvPr>
        </p:nvSpPr>
        <p:spPr/>
        <p:txBody>
          <a:bodyPr/>
          <a:lstStyle/>
          <a:p>
            <a:r>
              <a:rPr lang="fr-FR" dirty="0"/>
              <a:t>Les services de stockage Azure</a:t>
            </a:r>
            <a:br>
              <a:rPr lang="fr-FR" dirty="0"/>
            </a:br>
            <a:endParaRPr lang="fr-FR" dirty="0"/>
          </a:p>
        </p:txBody>
      </p:sp>
      <p:sp>
        <p:nvSpPr>
          <p:cNvPr id="4" name="Espace réservé de la date 3">
            <a:extLst>
              <a:ext uri="{FF2B5EF4-FFF2-40B4-BE49-F238E27FC236}">
                <a16:creationId xmlns:a16="http://schemas.microsoft.com/office/drawing/2014/main" id="{EAFEBABC-12B1-DCFA-4FE5-A9F575BCC507}"/>
              </a:ext>
            </a:extLst>
          </p:cNvPr>
          <p:cNvSpPr>
            <a:spLocks noGrp="1"/>
          </p:cNvSpPr>
          <p:nvPr>
            <p:ph type="dt" sz="half" idx="10"/>
          </p:nvPr>
        </p:nvSpPr>
        <p:spPr/>
        <p:txBody>
          <a:bodyPr/>
          <a:lstStyle/>
          <a:p>
            <a:fld id="{5D3ABE1B-60A4-48AC-A9CB-287974B2B5F2}"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A1101F09-8585-2E4C-361E-F9883579AE53}"/>
              </a:ext>
            </a:extLst>
          </p:cNvPr>
          <p:cNvSpPr>
            <a:spLocks noGrp="1"/>
          </p:cNvSpPr>
          <p:nvPr>
            <p:ph type="sldNum" sz="quarter" idx="12"/>
          </p:nvPr>
        </p:nvSpPr>
        <p:spPr/>
        <p:txBody>
          <a:bodyPr/>
          <a:lstStyle/>
          <a:p>
            <a:fld id="{5913F4F7-518B-459F-9B80-EE04630AFE87}" type="slidenum">
              <a:rPr lang="fr-FR" smtClean="0"/>
              <a:t>8</a:t>
            </a:fld>
            <a:endParaRPr lang="fr-FR"/>
          </a:p>
        </p:txBody>
      </p:sp>
    </p:spTree>
    <p:extLst>
      <p:ext uri="{BB962C8B-B14F-4D97-AF65-F5344CB8AC3E}">
        <p14:creationId xmlns:p14="http://schemas.microsoft.com/office/powerpoint/2010/main" val="4244917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BC478-3146-2828-4420-E8A35A9FD027}"/>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50ACAAA3-A8C6-A996-832F-6B5AE7C51FE8}"/>
              </a:ext>
            </a:extLst>
          </p:cNvPr>
          <p:cNvPicPr>
            <a:picLocks noChangeAspect="1"/>
          </p:cNvPicPr>
          <p:nvPr/>
        </p:nvPicPr>
        <p:blipFill>
          <a:blip r:embed="rId2"/>
          <a:stretch>
            <a:fillRect/>
          </a:stretch>
        </p:blipFill>
        <p:spPr>
          <a:xfrm>
            <a:off x="10024760" y="403330"/>
            <a:ext cx="1733792" cy="1105054"/>
          </a:xfrm>
          <a:prstGeom prst="rect">
            <a:avLst/>
          </a:prstGeom>
        </p:spPr>
      </p:pic>
      <p:sp>
        <p:nvSpPr>
          <p:cNvPr id="2" name="Titre 1">
            <a:extLst>
              <a:ext uri="{FF2B5EF4-FFF2-40B4-BE49-F238E27FC236}">
                <a16:creationId xmlns:a16="http://schemas.microsoft.com/office/drawing/2014/main" id="{6F2D5478-6C15-F85C-EEB1-6EFFB9A95988}"/>
              </a:ext>
            </a:extLst>
          </p:cNvPr>
          <p:cNvSpPr>
            <a:spLocks noGrp="1"/>
          </p:cNvSpPr>
          <p:nvPr>
            <p:ph type="title"/>
          </p:nvPr>
        </p:nvSpPr>
        <p:spPr>
          <a:xfrm>
            <a:off x="838200" y="510654"/>
            <a:ext cx="10515600" cy="674340"/>
          </a:xfrm>
        </p:spPr>
        <p:txBody>
          <a:bodyPr/>
          <a:lstStyle/>
          <a:p>
            <a:pPr algn="just"/>
            <a:r>
              <a:rPr lang="fr-FR" dirty="0"/>
              <a:t>Comptes de stockage Azure</a:t>
            </a:r>
          </a:p>
        </p:txBody>
      </p:sp>
      <p:sp>
        <p:nvSpPr>
          <p:cNvPr id="3" name="Espace réservé du contenu 2">
            <a:extLst>
              <a:ext uri="{FF2B5EF4-FFF2-40B4-BE49-F238E27FC236}">
                <a16:creationId xmlns:a16="http://schemas.microsoft.com/office/drawing/2014/main" id="{82CBEC05-5D9A-BD6D-35DD-4F94ADBCAFBD}"/>
              </a:ext>
            </a:extLst>
          </p:cNvPr>
          <p:cNvSpPr>
            <a:spLocks noGrp="1"/>
          </p:cNvSpPr>
          <p:nvPr>
            <p:ph idx="1"/>
          </p:nvPr>
        </p:nvSpPr>
        <p:spPr>
          <a:xfrm>
            <a:off x="646546" y="1402709"/>
            <a:ext cx="10707254" cy="4856577"/>
          </a:xfrm>
        </p:spPr>
        <p:txBody>
          <a:bodyPr vert="horz" lIns="91440" tIns="45720" rIns="91440" bIns="45720" rtlCol="0">
            <a:normAutofit/>
          </a:bodyPr>
          <a:lstStyle/>
          <a:p>
            <a:pPr marL="0" indent="0" algn="just">
              <a:buNone/>
            </a:pPr>
            <a:r>
              <a:rPr lang="fr-FR" dirty="0">
                <a:solidFill>
                  <a:schemeClr val="bg2">
                    <a:lumMod val="10000"/>
                  </a:schemeClr>
                </a:solidFill>
                <a:latin typeface="Times New Roman" panose="02020603050405020304" pitchFamily="18" charset="0"/>
                <a:cs typeface="Times New Roman" panose="02020603050405020304" pitchFamily="18" charset="0"/>
              </a:rPr>
              <a:t>Un compte de stockage fournit un espace de noms unique pour vos données du Stockage Azure, qui est accessible partout dans le monde via les protocoles HTTP ou HTTPS.</a:t>
            </a:r>
          </a:p>
          <a:p>
            <a:pPr marL="0" indent="0" algn="just">
              <a:buNone/>
            </a:pPr>
            <a:r>
              <a:rPr lang="fr-FR" dirty="0">
                <a:solidFill>
                  <a:schemeClr val="bg2">
                    <a:lumMod val="10000"/>
                  </a:schemeClr>
                </a:solidFill>
                <a:latin typeface="Times New Roman" panose="02020603050405020304" pitchFamily="18" charset="0"/>
                <a:cs typeface="Times New Roman" panose="02020603050405020304" pitchFamily="18" charset="0"/>
              </a:rPr>
              <a:t>Quand vous créez votre compte de stockage, vous commencez par choisir le type de compte de stockage. Le type de compte détermine les services de stockage et les options de redondance.</a:t>
            </a:r>
          </a:p>
          <a:p>
            <a:pPr lvl="1"/>
            <a:r>
              <a:rPr lang="fr-FR" dirty="0">
                <a:solidFill>
                  <a:schemeClr val="bg2">
                    <a:lumMod val="10000"/>
                  </a:schemeClr>
                </a:solidFill>
              </a:rPr>
              <a:t>Une liste d’options de redondance qui seront abordées dans ce module :</a:t>
            </a:r>
          </a:p>
          <a:p>
            <a:pPr lvl="2"/>
            <a:r>
              <a:rPr lang="fr-FR" dirty="0">
                <a:solidFill>
                  <a:schemeClr val="bg2">
                    <a:lumMod val="10000"/>
                  </a:schemeClr>
                </a:solidFill>
              </a:rPr>
              <a:t>Stockage localement redondant (LRS)</a:t>
            </a:r>
          </a:p>
          <a:p>
            <a:pPr lvl="2"/>
            <a:r>
              <a:rPr lang="fr-FR" dirty="0">
                <a:solidFill>
                  <a:schemeClr val="bg2">
                    <a:lumMod val="10000"/>
                  </a:schemeClr>
                </a:solidFill>
              </a:rPr>
              <a:t>Stockage géo-redondant (GRS)</a:t>
            </a:r>
          </a:p>
          <a:p>
            <a:pPr lvl="2"/>
            <a:r>
              <a:rPr lang="fr-FR" dirty="0">
                <a:solidFill>
                  <a:schemeClr val="bg2">
                    <a:lumMod val="10000"/>
                  </a:schemeClr>
                </a:solidFill>
              </a:rPr>
              <a:t>Stockage géo-redondant avec accès en lecture (RA-GRS)</a:t>
            </a:r>
          </a:p>
          <a:p>
            <a:pPr lvl="2"/>
            <a:r>
              <a:rPr lang="fr-FR" dirty="0">
                <a:solidFill>
                  <a:schemeClr val="bg2">
                    <a:lumMod val="10000"/>
                  </a:schemeClr>
                </a:solidFill>
              </a:rPr>
              <a:t>Stockage redondant interzone (ZRS)</a:t>
            </a:r>
          </a:p>
          <a:p>
            <a:pPr lvl="2"/>
            <a:r>
              <a:rPr lang="fr-FR" dirty="0">
                <a:solidFill>
                  <a:schemeClr val="bg2">
                    <a:lumMod val="10000"/>
                  </a:schemeClr>
                </a:solidFill>
              </a:rPr>
              <a:t>Stockage </a:t>
            </a:r>
            <a:r>
              <a:rPr lang="fr-FR" dirty="0" err="1">
                <a:solidFill>
                  <a:schemeClr val="bg2">
                    <a:lumMod val="10000"/>
                  </a:schemeClr>
                </a:solidFill>
              </a:rPr>
              <a:t>géoredondant</a:t>
            </a:r>
            <a:r>
              <a:rPr lang="fr-FR" dirty="0">
                <a:solidFill>
                  <a:schemeClr val="bg2">
                    <a:lumMod val="10000"/>
                  </a:schemeClr>
                </a:solidFill>
              </a:rPr>
              <a:t> interzone (GZRS)</a:t>
            </a:r>
          </a:p>
          <a:p>
            <a:pPr lvl="2"/>
            <a:r>
              <a:rPr lang="fr-FR" dirty="0">
                <a:solidFill>
                  <a:schemeClr val="bg2">
                    <a:lumMod val="10000"/>
                  </a:schemeClr>
                </a:solidFill>
              </a:rPr>
              <a:t>Stockage géo-redondant interzone avec accès en lecture (RA-GRS)</a:t>
            </a:r>
          </a:p>
          <a:p>
            <a:pPr lvl="1"/>
            <a:r>
              <a:rPr lang="fr-FR" dirty="0">
                <a:solidFill>
                  <a:schemeClr val="bg2">
                    <a:lumMod val="10000"/>
                  </a:schemeClr>
                </a:solidFill>
              </a:rPr>
              <a:t>Chaque compte de stockage dans Azure doit avoir un nom de compte unique dans Azure.</a:t>
            </a:r>
          </a:p>
          <a:p>
            <a:pPr marL="0" indent="0" algn="just">
              <a:buNone/>
            </a:pPr>
            <a:endParaRPr lang="fr-FR" dirty="0">
              <a:solidFill>
                <a:schemeClr val="bg2">
                  <a:lumMod val="10000"/>
                </a:schemeClr>
              </a:solidFill>
              <a:latin typeface="Times New Roman" panose="02020603050405020304" pitchFamily="18" charset="0"/>
              <a:cs typeface="Times New Roman" panose="02020603050405020304" pitchFamily="18" charset="0"/>
            </a:endParaRPr>
          </a:p>
          <a:p>
            <a:pPr marL="0" indent="0" algn="just">
              <a:buNone/>
            </a:pPr>
            <a:endParaRPr lang="fr-FR"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4" name="Espace réservé de la date 3">
            <a:extLst>
              <a:ext uri="{FF2B5EF4-FFF2-40B4-BE49-F238E27FC236}">
                <a16:creationId xmlns:a16="http://schemas.microsoft.com/office/drawing/2014/main" id="{304F70F5-C2DE-BAB6-3F9F-9C21779493F6}"/>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0BA77D0B-A052-C274-A1AF-75F94261FF0B}"/>
              </a:ext>
            </a:extLst>
          </p:cNvPr>
          <p:cNvSpPr>
            <a:spLocks noGrp="1"/>
          </p:cNvSpPr>
          <p:nvPr>
            <p:ph type="sldNum" sz="quarter" idx="12"/>
          </p:nvPr>
        </p:nvSpPr>
        <p:spPr/>
        <p:txBody>
          <a:bodyPr/>
          <a:lstStyle/>
          <a:p>
            <a:fld id="{5913F4F7-518B-459F-9B80-EE04630AFE87}" type="slidenum">
              <a:rPr lang="fr-FR" smtClean="0"/>
              <a:t>9</a:t>
            </a:fld>
            <a:endParaRPr lang="fr-FR" dirty="0"/>
          </a:p>
        </p:txBody>
      </p:sp>
      <p:pic>
        <p:nvPicPr>
          <p:cNvPr id="9" name="Image 8">
            <a:extLst>
              <a:ext uri="{FF2B5EF4-FFF2-40B4-BE49-F238E27FC236}">
                <a16:creationId xmlns:a16="http://schemas.microsoft.com/office/drawing/2014/main" id="{A4B1F833-62CF-4D70-A64A-E077CF8326FD}"/>
              </a:ext>
            </a:extLst>
          </p:cNvPr>
          <p:cNvPicPr>
            <a:picLocks noChangeAspect="1"/>
          </p:cNvPicPr>
          <p:nvPr/>
        </p:nvPicPr>
        <p:blipFill>
          <a:blip r:embed="rId3"/>
          <a:stretch>
            <a:fillRect/>
          </a:stretch>
        </p:blipFill>
        <p:spPr>
          <a:xfrm>
            <a:off x="7390741" y="4114024"/>
            <a:ext cx="4692402" cy="1066949"/>
          </a:xfrm>
          <a:prstGeom prst="rect">
            <a:avLst/>
          </a:prstGeom>
        </p:spPr>
      </p:pic>
    </p:spTree>
    <p:extLst>
      <p:ext uri="{BB962C8B-B14F-4D97-AF65-F5344CB8AC3E}">
        <p14:creationId xmlns:p14="http://schemas.microsoft.com/office/powerpoint/2010/main" val="4288548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EA5B77-CD26-F574-480D-4648C3E5CCC6}"/>
              </a:ext>
            </a:extLst>
          </p:cNvPr>
          <p:cNvSpPr>
            <a:spLocks noGrp="1"/>
          </p:cNvSpPr>
          <p:nvPr>
            <p:ph type="title"/>
          </p:nvPr>
        </p:nvSpPr>
        <p:spPr/>
        <p:txBody>
          <a:bodyPr/>
          <a:lstStyle/>
          <a:p>
            <a:r>
              <a:rPr lang="fr-FR" dirty="0"/>
              <a:t>Services de stockage Azure</a:t>
            </a:r>
          </a:p>
        </p:txBody>
      </p:sp>
      <p:sp>
        <p:nvSpPr>
          <p:cNvPr id="3" name="Espace réservé du contenu 2">
            <a:extLst>
              <a:ext uri="{FF2B5EF4-FFF2-40B4-BE49-F238E27FC236}">
                <a16:creationId xmlns:a16="http://schemas.microsoft.com/office/drawing/2014/main" id="{1CB5501A-FFED-2ED5-F7E5-7C3BDBE306BE}"/>
              </a:ext>
            </a:extLst>
          </p:cNvPr>
          <p:cNvSpPr>
            <a:spLocks noGrp="1"/>
          </p:cNvSpPr>
          <p:nvPr>
            <p:ph idx="1"/>
          </p:nvPr>
        </p:nvSpPr>
        <p:spPr>
          <a:xfrm>
            <a:off x="838200" y="1825625"/>
            <a:ext cx="10515600" cy="3670011"/>
          </a:xfrm>
        </p:spPr>
        <p:txBody>
          <a:bodyPr>
            <a:normAutofit fontScale="92500" lnSpcReduction="20000"/>
          </a:bodyPr>
          <a:lstStyle/>
          <a:p>
            <a:pPr marL="0" indent="0" algn="just">
              <a:lnSpc>
                <a:spcPct val="100000"/>
              </a:lnSpc>
              <a:spcBef>
                <a:spcPts val="95"/>
              </a:spcBef>
              <a:buNone/>
            </a:pPr>
            <a:r>
              <a:rPr lang="fr-FR" dirty="0">
                <a:solidFill>
                  <a:schemeClr val="bg2">
                    <a:lumMod val="10000"/>
                  </a:schemeClr>
                </a:solidFill>
                <a:latin typeface="Segoe UI"/>
                <a:cs typeface="Segoe UI"/>
              </a:rPr>
              <a:t>Azure propose une gamme riche de services de stockage, chacun avec ses spécificités. Pour nos besoins en Data Engineering, nous nous concentrerons sur les piliers fondamentaux.</a:t>
            </a:r>
          </a:p>
          <a:p>
            <a:pPr marL="0" indent="0" algn="just">
              <a:lnSpc>
                <a:spcPct val="100000"/>
              </a:lnSpc>
              <a:spcBef>
                <a:spcPts val="95"/>
              </a:spcBef>
              <a:buNone/>
            </a:pPr>
            <a:endParaRPr lang="fr-FR" dirty="0">
              <a:solidFill>
                <a:schemeClr val="bg2">
                  <a:lumMod val="10000"/>
                </a:schemeClr>
              </a:solidFill>
              <a:latin typeface="Segoe UI"/>
              <a:cs typeface="Segoe UI"/>
            </a:endParaRPr>
          </a:p>
          <a:p>
            <a:pPr marL="0" indent="0" algn="just">
              <a:lnSpc>
                <a:spcPct val="100000"/>
              </a:lnSpc>
              <a:spcBef>
                <a:spcPts val="95"/>
              </a:spcBef>
              <a:buNone/>
            </a:pPr>
            <a:r>
              <a:rPr lang="fr-FR" dirty="0">
                <a:solidFill>
                  <a:schemeClr val="bg2">
                    <a:lumMod val="10000"/>
                  </a:schemeClr>
                </a:solidFill>
                <a:latin typeface="Segoe UI"/>
                <a:cs typeface="Segoe UI"/>
              </a:rPr>
              <a:t>La</a:t>
            </a:r>
            <a:r>
              <a:rPr lang="fr-FR" spc="-4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plateforme</a:t>
            </a:r>
            <a:r>
              <a:rPr lang="fr-FR" spc="-40" dirty="0">
                <a:solidFill>
                  <a:schemeClr val="bg2">
                    <a:lumMod val="10000"/>
                  </a:schemeClr>
                </a:solidFill>
                <a:latin typeface="Segoe UI"/>
                <a:cs typeface="Segoe UI"/>
              </a:rPr>
              <a:t> </a:t>
            </a:r>
            <a:r>
              <a:rPr lang="fr-FR" spc="-10" dirty="0">
                <a:solidFill>
                  <a:schemeClr val="bg2">
                    <a:lumMod val="10000"/>
                  </a:schemeClr>
                </a:solidFill>
                <a:latin typeface="Segoe UI"/>
                <a:cs typeface="Segoe UI"/>
              </a:rPr>
              <a:t>Stockage</a:t>
            </a:r>
            <a:r>
              <a:rPr lang="fr-FR" spc="-4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Azure</a:t>
            </a:r>
            <a:r>
              <a:rPr lang="fr-FR" spc="-2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comprend</a:t>
            </a:r>
            <a:r>
              <a:rPr lang="fr-FR" spc="-3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les</a:t>
            </a:r>
            <a:r>
              <a:rPr lang="fr-FR" spc="-4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services</a:t>
            </a:r>
            <a:r>
              <a:rPr lang="fr-FR" spc="-3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de</a:t>
            </a:r>
            <a:r>
              <a:rPr lang="fr-FR" spc="-4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données</a:t>
            </a:r>
            <a:r>
              <a:rPr lang="fr-FR" spc="-4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suivants</a:t>
            </a:r>
            <a:r>
              <a:rPr lang="fr-FR" spc="-45" dirty="0">
                <a:solidFill>
                  <a:schemeClr val="bg2">
                    <a:lumMod val="10000"/>
                  </a:schemeClr>
                </a:solidFill>
                <a:latin typeface="Segoe UI"/>
                <a:cs typeface="Segoe UI"/>
              </a:rPr>
              <a:t> </a:t>
            </a:r>
            <a:r>
              <a:rPr lang="fr-FR" spc="-50" dirty="0">
                <a:solidFill>
                  <a:schemeClr val="bg2">
                    <a:lumMod val="10000"/>
                  </a:schemeClr>
                </a:solidFill>
                <a:latin typeface="Segoe UI"/>
                <a:cs typeface="Segoe UI"/>
              </a:rPr>
              <a:t>:</a:t>
            </a:r>
          </a:p>
          <a:p>
            <a:pPr marL="0" indent="0" algn="just">
              <a:lnSpc>
                <a:spcPct val="100000"/>
              </a:lnSpc>
              <a:spcBef>
                <a:spcPts val="95"/>
              </a:spcBef>
              <a:buNone/>
            </a:pPr>
            <a:endParaRPr lang="fr-FR" dirty="0">
              <a:solidFill>
                <a:schemeClr val="bg2">
                  <a:lumMod val="10000"/>
                </a:schemeClr>
              </a:solidFill>
              <a:latin typeface="Segoe UI"/>
              <a:cs typeface="Segoe UI"/>
            </a:endParaRPr>
          </a:p>
          <a:p>
            <a:pPr marL="83820" indent="-79375" algn="just">
              <a:lnSpc>
                <a:spcPct val="100000"/>
              </a:lnSpc>
              <a:spcBef>
                <a:spcPts val="5"/>
              </a:spcBef>
              <a:buSzPct val="93750"/>
              <a:buFont typeface="Arial MT"/>
              <a:buChar char="•"/>
              <a:tabLst>
                <a:tab pos="83820" algn="l"/>
              </a:tabLst>
            </a:pPr>
            <a:r>
              <a:rPr lang="fr-FR" sz="2200" b="1" dirty="0">
                <a:solidFill>
                  <a:schemeClr val="bg2">
                    <a:lumMod val="10000"/>
                  </a:schemeClr>
                </a:solidFill>
                <a:latin typeface="Segoe UI"/>
                <a:cs typeface="Segoe UI"/>
              </a:rPr>
              <a:t>Objets</a:t>
            </a:r>
            <a:r>
              <a:rPr lang="fr-FR" sz="2200" b="1" spc="-45" dirty="0">
                <a:solidFill>
                  <a:schemeClr val="bg2">
                    <a:lumMod val="10000"/>
                  </a:schemeClr>
                </a:solidFill>
                <a:latin typeface="Segoe UI"/>
                <a:cs typeface="Segoe UI"/>
              </a:rPr>
              <a:t> </a:t>
            </a:r>
            <a:r>
              <a:rPr lang="fr-FR" sz="2200" b="1" dirty="0">
                <a:solidFill>
                  <a:schemeClr val="bg2">
                    <a:lumMod val="10000"/>
                  </a:schemeClr>
                </a:solidFill>
                <a:latin typeface="Segoe UI"/>
                <a:cs typeface="Segoe UI"/>
              </a:rPr>
              <a:t>blob</a:t>
            </a:r>
            <a:r>
              <a:rPr lang="fr-FR" sz="2200" b="1" spc="-60" dirty="0">
                <a:solidFill>
                  <a:schemeClr val="bg2">
                    <a:lumMod val="10000"/>
                  </a:schemeClr>
                </a:solidFill>
                <a:latin typeface="Segoe UI"/>
                <a:cs typeface="Segoe UI"/>
              </a:rPr>
              <a:t> </a:t>
            </a:r>
            <a:r>
              <a:rPr lang="fr-FR" sz="2200" b="1" dirty="0">
                <a:solidFill>
                  <a:schemeClr val="bg2">
                    <a:lumMod val="10000"/>
                  </a:schemeClr>
                </a:solidFill>
                <a:latin typeface="Segoe UI"/>
                <a:cs typeface="Segoe UI"/>
              </a:rPr>
              <a:t>Azure</a:t>
            </a:r>
            <a:r>
              <a:rPr lang="fr-FR" sz="2200" b="1" spc="-4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a:t>
            </a:r>
            <a:r>
              <a:rPr lang="fr-FR" sz="2200" spc="-4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magasin</a:t>
            </a:r>
            <a:r>
              <a:rPr lang="fr-FR" sz="2200" spc="-45" dirty="0">
                <a:solidFill>
                  <a:schemeClr val="bg2">
                    <a:lumMod val="10000"/>
                  </a:schemeClr>
                </a:solidFill>
                <a:latin typeface="Segoe UI"/>
                <a:cs typeface="Segoe UI"/>
              </a:rPr>
              <a:t> </a:t>
            </a:r>
            <a:r>
              <a:rPr lang="fr-FR" sz="2200" spc="-10" dirty="0">
                <a:solidFill>
                  <a:schemeClr val="bg2">
                    <a:lumMod val="10000"/>
                  </a:schemeClr>
                </a:solidFill>
                <a:latin typeface="Segoe UI"/>
                <a:cs typeface="Segoe UI"/>
              </a:rPr>
              <a:t>d’objets</a:t>
            </a:r>
            <a:r>
              <a:rPr lang="fr-FR" sz="2200" spc="-5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a:t>
            </a:r>
            <a:r>
              <a:rPr lang="fr-FR" sz="2200" spc="-2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données</a:t>
            </a:r>
            <a:r>
              <a:rPr lang="fr-FR" sz="2200" spc="-5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texte</a:t>
            </a:r>
            <a:r>
              <a:rPr lang="fr-FR" sz="2200" spc="-4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ou</a:t>
            </a:r>
            <a:r>
              <a:rPr lang="fr-FR" sz="2200" spc="-4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binaires)</a:t>
            </a:r>
            <a:r>
              <a:rPr lang="fr-FR" sz="2200" spc="-3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hautement</a:t>
            </a:r>
            <a:r>
              <a:rPr lang="fr-FR" sz="2200" spc="-6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scalable.</a:t>
            </a:r>
            <a:r>
              <a:rPr lang="fr-FR" sz="2200" spc="-3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Prend</a:t>
            </a:r>
            <a:r>
              <a:rPr lang="fr-FR" sz="2200" spc="-2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également</a:t>
            </a:r>
            <a:r>
              <a:rPr lang="fr-FR" sz="2200" spc="-6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en</a:t>
            </a:r>
            <a:r>
              <a:rPr lang="fr-FR" sz="2200" spc="-4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charge</a:t>
            </a:r>
            <a:r>
              <a:rPr lang="fr-FR" sz="2200" spc="-35" dirty="0">
                <a:solidFill>
                  <a:schemeClr val="bg2">
                    <a:lumMod val="10000"/>
                  </a:schemeClr>
                </a:solidFill>
                <a:latin typeface="Segoe UI"/>
                <a:cs typeface="Segoe UI"/>
              </a:rPr>
              <a:t> </a:t>
            </a:r>
            <a:r>
              <a:rPr lang="fr-FR" sz="2200" spc="-10" dirty="0">
                <a:solidFill>
                  <a:schemeClr val="bg2">
                    <a:lumMod val="10000"/>
                  </a:schemeClr>
                </a:solidFill>
                <a:latin typeface="Segoe UI"/>
                <a:cs typeface="Segoe UI"/>
              </a:rPr>
              <a:t>l’analytique </a:t>
            </a:r>
            <a:r>
              <a:rPr lang="fr-FR" sz="2200" dirty="0">
                <a:solidFill>
                  <a:schemeClr val="bg2">
                    <a:lumMod val="10000"/>
                  </a:schemeClr>
                </a:solidFill>
                <a:latin typeface="Segoe UI"/>
                <a:cs typeface="Segoe UI"/>
              </a:rPr>
              <a:t>Big</a:t>
            </a:r>
            <a:r>
              <a:rPr lang="fr-FR" sz="2200" spc="-5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Data</a:t>
            </a:r>
            <a:r>
              <a:rPr lang="fr-FR" sz="2200" spc="-4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via</a:t>
            </a:r>
            <a:r>
              <a:rPr lang="fr-FR" sz="2200" spc="-4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Data</a:t>
            </a:r>
            <a:r>
              <a:rPr lang="fr-FR" sz="2200" spc="-3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Lake</a:t>
            </a:r>
            <a:r>
              <a:rPr lang="fr-FR" sz="2200" spc="-4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Storage</a:t>
            </a:r>
            <a:r>
              <a:rPr lang="fr-FR" sz="2200" spc="-30" dirty="0">
                <a:solidFill>
                  <a:schemeClr val="bg2">
                    <a:lumMod val="10000"/>
                  </a:schemeClr>
                </a:solidFill>
                <a:latin typeface="Segoe UI"/>
                <a:cs typeface="Segoe UI"/>
              </a:rPr>
              <a:t> </a:t>
            </a:r>
            <a:r>
              <a:rPr lang="fr-FR" sz="2200" spc="-10" dirty="0">
                <a:solidFill>
                  <a:schemeClr val="bg2">
                    <a:lumMod val="10000"/>
                  </a:schemeClr>
                </a:solidFill>
                <a:latin typeface="Segoe UI"/>
                <a:cs typeface="Segoe UI"/>
              </a:rPr>
              <a:t>Gen2.</a:t>
            </a:r>
            <a:endParaRPr lang="fr-FR" sz="2200" dirty="0">
              <a:solidFill>
                <a:schemeClr val="bg2">
                  <a:lumMod val="10000"/>
                </a:schemeClr>
              </a:solidFill>
              <a:latin typeface="Segoe UI"/>
              <a:cs typeface="Segoe UI"/>
            </a:endParaRPr>
          </a:p>
          <a:p>
            <a:pPr marL="83820" indent="-79375" algn="just">
              <a:lnSpc>
                <a:spcPct val="100000"/>
              </a:lnSpc>
              <a:buSzPct val="93750"/>
              <a:buFont typeface="Arial MT"/>
              <a:buChar char="•"/>
              <a:tabLst>
                <a:tab pos="83820" algn="l"/>
              </a:tabLst>
            </a:pPr>
            <a:r>
              <a:rPr lang="fr-FR" sz="2200" b="1" dirty="0">
                <a:solidFill>
                  <a:schemeClr val="bg2">
                    <a:lumMod val="10000"/>
                  </a:schemeClr>
                </a:solidFill>
                <a:latin typeface="Segoe UI"/>
                <a:cs typeface="Segoe UI"/>
              </a:rPr>
              <a:t>Azure</a:t>
            </a:r>
            <a:r>
              <a:rPr lang="fr-FR" sz="2200" b="1" spc="-35" dirty="0">
                <a:solidFill>
                  <a:schemeClr val="bg2">
                    <a:lumMod val="10000"/>
                  </a:schemeClr>
                </a:solidFill>
                <a:latin typeface="Segoe UI"/>
                <a:cs typeface="Segoe UI"/>
              </a:rPr>
              <a:t> </a:t>
            </a:r>
            <a:r>
              <a:rPr lang="fr-FR" sz="2200" b="1" dirty="0">
                <a:solidFill>
                  <a:schemeClr val="bg2">
                    <a:lumMod val="10000"/>
                  </a:schemeClr>
                </a:solidFill>
                <a:latin typeface="Segoe UI"/>
                <a:cs typeface="Segoe UI"/>
              </a:rPr>
              <a:t>Files</a:t>
            </a:r>
            <a:r>
              <a:rPr lang="fr-FR" sz="2200" b="1" spc="-2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a:t>
            </a:r>
            <a:r>
              <a:rPr lang="fr-FR" sz="2200" spc="-2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partages</a:t>
            </a:r>
            <a:r>
              <a:rPr lang="fr-FR" sz="2200" spc="-2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de</a:t>
            </a:r>
            <a:r>
              <a:rPr lang="fr-FR" sz="2200" spc="-1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fichiers</a:t>
            </a:r>
            <a:r>
              <a:rPr lang="fr-FR" sz="2200" spc="-1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gérés</a:t>
            </a:r>
            <a:r>
              <a:rPr lang="fr-FR" sz="2200" spc="-2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pour</a:t>
            </a:r>
            <a:r>
              <a:rPr lang="fr-FR" sz="2200" spc="-1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les</a:t>
            </a:r>
            <a:r>
              <a:rPr lang="fr-FR" sz="2200" spc="-20" dirty="0">
                <a:solidFill>
                  <a:schemeClr val="bg2">
                    <a:lumMod val="10000"/>
                  </a:schemeClr>
                </a:solidFill>
                <a:latin typeface="Segoe UI"/>
                <a:cs typeface="Segoe UI"/>
              </a:rPr>
              <a:t> </a:t>
            </a:r>
            <a:r>
              <a:rPr lang="fr-FR" sz="2200" spc="-10" dirty="0">
                <a:solidFill>
                  <a:schemeClr val="bg2">
                    <a:lumMod val="10000"/>
                  </a:schemeClr>
                </a:solidFill>
                <a:latin typeface="Segoe UI"/>
                <a:cs typeface="Segoe UI"/>
              </a:rPr>
              <a:t>déploiements</a:t>
            </a:r>
            <a:r>
              <a:rPr lang="fr-FR" sz="2200" spc="-4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sur</a:t>
            </a:r>
            <a:r>
              <a:rPr lang="fr-FR" sz="2200" spc="-1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le</a:t>
            </a:r>
            <a:r>
              <a:rPr lang="fr-FR" sz="2200" spc="-2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cloud</a:t>
            </a:r>
            <a:r>
              <a:rPr lang="fr-FR" sz="2200" spc="-1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ou</a:t>
            </a:r>
            <a:r>
              <a:rPr lang="fr-FR" sz="2200" spc="-30" dirty="0">
                <a:solidFill>
                  <a:schemeClr val="bg2">
                    <a:lumMod val="10000"/>
                  </a:schemeClr>
                </a:solidFill>
                <a:latin typeface="Segoe UI"/>
                <a:cs typeface="Segoe UI"/>
              </a:rPr>
              <a:t> </a:t>
            </a:r>
            <a:r>
              <a:rPr lang="fr-FR" sz="2200" spc="-10" dirty="0">
                <a:solidFill>
                  <a:schemeClr val="bg2">
                    <a:lumMod val="10000"/>
                  </a:schemeClr>
                </a:solidFill>
                <a:latin typeface="Segoe UI"/>
                <a:cs typeface="Segoe UI"/>
              </a:rPr>
              <a:t>locaux.</a:t>
            </a:r>
            <a:endParaRPr lang="fr-FR" sz="2200" dirty="0">
              <a:solidFill>
                <a:schemeClr val="bg2">
                  <a:lumMod val="10000"/>
                </a:schemeClr>
              </a:solidFill>
              <a:latin typeface="Segoe UI"/>
              <a:cs typeface="Segoe UI"/>
            </a:endParaRPr>
          </a:p>
          <a:p>
            <a:pPr marL="83820" indent="-79375" algn="just">
              <a:lnSpc>
                <a:spcPct val="100000"/>
              </a:lnSpc>
              <a:buSzPct val="93750"/>
              <a:buFont typeface="Arial MT"/>
              <a:buChar char="•"/>
              <a:tabLst>
                <a:tab pos="83820" algn="l"/>
              </a:tabLst>
            </a:pPr>
            <a:r>
              <a:rPr lang="fr-FR" sz="2200" b="1" dirty="0">
                <a:solidFill>
                  <a:schemeClr val="bg2">
                    <a:lumMod val="10000"/>
                  </a:schemeClr>
                </a:solidFill>
                <a:latin typeface="Segoe UI"/>
                <a:cs typeface="Segoe UI"/>
              </a:rPr>
              <a:t>Files</a:t>
            </a:r>
            <a:r>
              <a:rPr lang="fr-FR" sz="2200" b="1" spc="-45" dirty="0">
                <a:solidFill>
                  <a:schemeClr val="bg2">
                    <a:lumMod val="10000"/>
                  </a:schemeClr>
                </a:solidFill>
                <a:latin typeface="Segoe UI"/>
                <a:cs typeface="Segoe UI"/>
              </a:rPr>
              <a:t> </a:t>
            </a:r>
            <a:r>
              <a:rPr lang="fr-FR" sz="2200" b="1" spc="-10" dirty="0">
                <a:solidFill>
                  <a:schemeClr val="bg2">
                    <a:lumMod val="10000"/>
                  </a:schemeClr>
                </a:solidFill>
                <a:latin typeface="Segoe UI"/>
                <a:cs typeface="Segoe UI"/>
              </a:rPr>
              <a:t>d’attente</a:t>
            </a:r>
            <a:r>
              <a:rPr lang="fr-FR" sz="2200" b="1" spc="-15" dirty="0">
                <a:solidFill>
                  <a:schemeClr val="bg2">
                    <a:lumMod val="10000"/>
                  </a:schemeClr>
                </a:solidFill>
                <a:latin typeface="Segoe UI"/>
                <a:cs typeface="Segoe UI"/>
              </a:rPr>
              <a:t> </a:t>
            </a:r>
            <a:r>
              <a:rPr lang="fr-FR" sz="2200" b="1" dirty="0">
                <a:solidFill>
                  <a:schemeClr val="bg2">
                    <a:lumMod val="10000"/>
                  </a:schemeClr>
                </a:solidFill>
                <a:latin typeface="Segoe UI"/>
                <a:cs typeface="Segoe UI"/>
              </a:rPr>
              <a:t>Azure</a:t>
            </a:r>
            <a:r>
              <a:rPr lang="fr-FR" sz="2200" b="1" spc="-2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a:t>
            </a:r>
            <a:r>
              <a:rPr lang="fr-FR" sz="2200" spc="-3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magasin</a:t>
            </a:r>
            <a:r>
              <a:rPr lang="fr-FR" sz="2200" spc="-3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de</a:t>
            </a:r>
            <a:r>
              <a:rPr lang="fr-FR" sz="2200" spc="-2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messagerie</a:t>
            </a:r>
            <a:r>
              <a:rPr lang="fr-FR" sz="2200" spc="-1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pour</a:t>
            </a:r>
            <a:r>
              <a:rPr lang="fr-FR" sz="2200" spc="-3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une</a:t>
            </a:r>
            <a:r>
              <a:rPr lang="fr-FR" sz="2200" spc="-3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messagerie</a:t>
            </a:r>
            <a:r>
              <a:rPr lang="fr-FR" sz="2200" spc="-2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fiable</a:t>
            </a:r>
            <a:r>
              <a:rPr lang="fr-FR" sz="2200" spc="-2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entre</a:t>
            </a:r>
            <a:r>
              <a:rPr lang="fr-FR" sz="2200" spc="-2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les</a:t>
            </a:r>
            <a:r>
              <a:rPr lang="fr-FR" sz="2200" spc="-3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composants</a:t>
            </a:r>
            <a:r>
              <a:rPr lang="fr-FR" sz="2200" spc="-35" dirty="0">
                <a:solidFill>
                  <a:schemeClr val="bg2">
                    <a:lumMod val="10000"/>
                  </a:schemeClr>
                </a:solidFill>
                <a:latin typeface="Segoe UI"/>
                <a:cs typeface="Segoe UI"/>
              </a:rPr>
              <a:t> </a:t>
            </a:r>
            <a:r>
              <a:rPr lang="fr-FR" sz="2200" spc="-10" dirty="0">
                <a:solidFill>
                  <a:schemeClr val="bg2">
                    <a:lumMod val="10000"/>
                  </a:schemeClr>
                </a:solidFill>
                <a:latin typeface="Segoe UI"/>
                <a:cs typeface="Segoe UI"/>
              </a:rPr>
              <a:t>d’application.</a:t>
            </a:r>
            <a:endParaRPr lang="fr-FR" sz="2200" dirty="0">
              <a:solidFill>
                <a:schemeClr val="bg2">
                  <a:lumMod val="10000"/>
                </a:schemeClr>
              </a:solidFill>
              <a:latin typeface="Segoe UI"/>
              <a:cs typeface="Segoe UI"/>
            </a:endParaRPr>
          </a:p>
          <a:p>
            <a:pPr marL="83820" indent="-79375" algn="just">
              <a:lnSpc>
                <a:spcPct val="100000"/>
              </a:lnSpc>
              <a:buSzPct val="93750"/>
              <a:buFont typeface="Arial MT"/>
              <a:buChar char="•"/>
              <a:tabLst>
                <a:tab pos="83820" algn="l"/>
              </a:tabLst>
            </a:pPr>
            <a:r>
              <a:rPr lang="fr-FR" sz="2200" b="1" dirty="0">
                <a:solidFill>
                  <a:schemeClr val="bg2">
                    <a:lumMod val="10000"/>
                  </a:schemeClr>
                </a:solidFill>
                <a:latin typeface="Segoe UI"/>
                <a:cs typeface="Segoe UI"/>
              </a:rPr>
              <a:t>Disques</a:t>
            </a:r>
            <a:r>
              <a:rPr lang="fr-FR" sz="2200" b="1" spc="-45" dirty="0">
                <a:solidFill>
                  <a:schemeClr val="bg2">
                    <a:lumMod val="10000"/>
                  </a:schemeClr>
                </a:solidFill>
                <a:latin typeface="Segoe UI"/>
                <a:cs typeface="Segoe UI"/>
              </a:rPr>
              <a:t> </a:t>
            </a:r>
            <a:r>
              <a:rPr lang="fr-FR" sz="2200" b="1" dirty="0">
                <a:solidFill>
                  <a:schemeClr val="bg2">
                    <a:lumMod val="10000"/>
                  </a:schemeClr>
                </a:solidFill>
                <a:latin typeface="Segoe UI"/>
                <a:cs typeface="Segoe UI"/>
              </a:rPr>
              <a:t>Azure</a:t>
            </a:r>
            <a:r>
              <a:rPr lang="fr-FR" sz="2200" b="1" spc="-4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a:t>
            </a:r>
            <a:r>
              <a:rPr lang="fr-FR" sz="2200" spc="-25" dirty="0">
                <a:solidFill>
                  <a:schemeClr val="bg2">
                    <a:lumMod val="10000"/>
                  </a:schemeClr>
                </a:solidFill>
                <a:latin typeface="Segoe UI"/>
                <a:cs typeface="Segoe UI"/>
              </a:rPr>
              <a:t> </a:t>
            </a:r>
            <a:r>
              <a:rPr lang="fr-FR" sz="2200" spc="-10" dirty="0">
                <a:solidFill>
                  <a:schemeClr val="bg2">
                    <a:lumMod val="10000"/>
                  </a:schemeClr>
                </a:solidFill>
                <a:latin typeface="Segoe UI"/>
                <a:cs typeface="Segoe UI"/>
              </a:rPr>
              <a:t>Volumes</a:t>
            </a:r>
            <a:r>
              <a:rPr lang="fr-FR" sz="2200" spc="-4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de</a:t>
            </a:r>
            <a:r>
              <a:rPr lang="fr-FR" sz="2200" spc="-2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stockage</a:t>
            </a:r>
            <a:r>
              <a:rPr lang="fr-FR" sz="2200" spc="-2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de</a:t>
            </a:r>
            <a:r>
              <a:rPr lang="fr-FR" sz="2200" spc="-3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niveau</a:t>
            </a:r>
            <a:r>
              <a:rPr lang="fr-FR" sz="2200" spc="-4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bloc</a:t>
            </a:r>
            <a:r>
              <a:rPr lang="fr-FR" sz="2200" spc="-2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pour</a:t>
            </a:r>
            <a:r>
              <a:rPr lang="fr-FR" sz="2200" spc="-2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les</a:t>
            </a:r>
            <a:r>
              <a:rPr lang="fr-FR" sz="2200" spc="-40"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machines</a:t>
            </a:r>
            <a:r>
              <a:rPr lang="fr-FR" sz="2200" spc="-35" dirty="0">
                <a:solidFill>
                  <a:schemeClr val="bg2">
                    <a:lumMod val="10000"/>
                  </a:schemeClr>
                </a:solidFill>
                <a:latin typeface="Segoe UI"/>
                <a:cs typeface="Segoe UI"/>
              </a:rPr>
              <a:t> </a:t>
            </a:r>
            <a:r>
              <a:rPr lang="fr-FR" sz="2200" dirty="0">
                <a:solidFill>
                  <a:schemeClr val="bg2">
                    <a:lumMod val="10000"/>
                  </a:schemeClr>
                </a:solidFill>
                <a:latin typeface="Segoe UI"/>
                <a:cs typeface="Segoe UI"/>
              </a:rPr>
              <a:t>virtuelles</a:t>
            </a:r>
            <a:r>
              <a:rPr lang="fr-FR" sz="2200" spc="-35" dirty="0">
                <a:solidFill>
                  <a:schemeClr val="bg2">
                    <a:lumMod val="10000"/>
                  </a:schemeClr>
                </a:solidFill>
                <a:latin typeface="Segoe UI"/>
                <a:cs typeface="Segoe UI"/>
              </a:rPr>
              <a:t> </a:t>
            </a:r>
            <a:r>
              <a:rPr lang="fr-FR" sz="2200" spc="-10" dirty="0">
                <a:solidFill>
                  <a:schemeClr val="bg2">
                    <a:lumMod val="10000"/>
                  </a:schemeClr>
                </a:solidFill>
                <a:latin typeface="Segoe UI"/>
                <a:cs typeface="Segoe UI"/>
              </a:rPr>
              <a:t>Azure.</a:t>
            </a:r>
            <a:endParaRPr lang="fr-FR" sz="2200" dirty="0">
              <a:solidFill>
                <a:schemeClr val="bg2">
                  <a:lumMod val="10000"/>
                </a:schemeClr>
              </a:solidFill>
              <a:latin typeface="Segoe UI"/>
              <a:cs typeface="Segoe UI"/>
            </a:endParaRPr>
          </a:p>
          <a:p>
            <a:pPr algn="just"/>
            <a:endParaRPr lang="fr-FR" dirty="0">
              <a:solidFill>
                <a:schemeClr val="bg2">
                  <a:lumMod val="10000"/>
                </a:schemeClr>
              </a:solidFill>
            </a:endParaRPr>
          </a:p>
        </p:txBody>
      </p:sp>
      <p:sp>
        <p:nvSpPr>
          <p:cNvPr id="4" name="Espace réservé de la date 3">
            <a:extLst>
              <a:ext uri="{FF2B5EF4-FFF2-40B4-BE49-F238E27FC236}">
                <a16:creationId xmlns:a16="http://schemas.microsoft.com/office/drawing/2014/main" id="{4E07BCFA-94E6-14CB-19D8-D077A80BAC2D}"/>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6EB96681-5C23-57B4-06E8-E2D33B3B68DB}"/>
              </a:ext>
            </a:extLst>
          </p:cNvPr>
          <p:cNvSpPr>
            <a:spLocks noGrp="1"/>
          </p:cNvSpPr>
          <p:nvPr>
            <p:ph type="sldNum" sz="quarter" idx="12"/>
          </p:nvPr>
        </p:nvSpPr>
        <p:spPr/>
        <p:txBody>
          <a:bodyPr/>
          <a:lstStyle/>
          <a:p>
            <a:fld id="{5913F4F7-518B-459F-9B80-EE04630AFE87}" type="slidenum">
              <a:rPr lang="fr-FR" smtClean="0"/>
              <a:t>10</a:t>
            </a:fld>
            <a:endParaRPr lang="fr-FR" dirty="0"/>
          </a:p>
        </p:txBody>
      </p:sp>
      <p:pic>
        <p:nvPicPr>
          <p:cNvPr id="6" name="Image 5">
            <a:extLst>
              <a:ext uri="{FF2B5EF4-FFF2-40B4-BE49-F238E27FC236}">
                <a16:creationId xmlns:a16="http://schemas.microsoft.com/office/drawing/2014/main" id="{4D9FBE61-0247-60D0-F6DE-2BA3F19CBB2E}"/>
              </a:ext>
            </a:extLst>
          </p:cNvPr>
          <p:cNvPicPr>
            <a:picLocks noChangeAspect="1"/>
          </p:cNvPicPr>
          <p:nvPr/>
        </p:nvPicPr>
        <p:blipFill>
          <a:blip r:embed="rId2"/>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2569766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2D0B3-BC8E-A24D-876D-C6139D9F2CF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1962E96-2B22-5BFF-F701-A55CBD791E25}"/>
              </a:ext>
            </a:extLst>
          </p:cNvPr>
          <p:cNvSpPr>
            <a:spLocks noGrp="1"/>
          </p:cNvSpPr>
          <p:nvPr>
            <p:ph type="title"/>
          </p:nvPr>
        </p:nvSpPr>
        <p:spPr/>
        <p:txBody>
          <a:bodyPr/>
          <a:lstStyle/>
          <a:p>
            <a:r>
              <a:rPr lang="fr-FR" dirty="0"/>
              <a:t>Services de stockage Azure</a:t>
            </a:r>
          </a:p>
        </p:txBody>
      </p:sp>
      <p:sp>
        <p:nvSpPr>
          <p:cNvPr id="3" name="Espace réservé du contenu 2">
            <a:extLst>
              <a:ext uri="{FF2B5EF4-FFF2-40B4-BE49-F238E27FC236}">
                <a16:creationId xmlns:a16="http://schemas.microsoft.com/office/drawing/2014/main" id="{23D21F5F-E593-8A4E-13A0-6752B7ADBEF1}"/>
              </a:ext>
            </a:extLst>
          </p:cNvPr>
          <p:cNvSpPr>
            <a:spLocks noGrp="1"/>
          </p:cNvSpPr>
          <p:nvPr>
            <p:ph idx="1"/>
          </p:nvPr>
        </p:nvSpPr>
        <p:spPr>
          <a:xfrm>
            <a:off x="838199" y="1548714"/>
            <a:ext cx="10689771" cy="4405771"/>
          </a:xfrm>
        </p:spPr>
        <p:txBody>
          <a:bodyPr>
            <a:normAutofit/>
          </a:bodyPr>
          <a:lstStyle/>
          <a:p>
            <a:pPr marL="0" indent="0" algn="just">
              <a:buNone/>
            </a:pPr>
            <a:r>
              <a:rPr lang="fr-FR" b="1" dirty="0"/>
              <a:t>Azure Blob Storage : Le stockage d'objets pour les données non structurées</a:t>
            </a:r>
          </a:p>
          <a:p>
            <a:pPr marL="0" indent="0" algn="just">
              <a:buNone/>
            </a:pPr>
            <a:r>
              <a:rPr lang="fr-FR" b="1" dirty="0">
                <a:solidFill>
                  <a:schemeClr val="bg2">
                    <a:lumMod val="10000"/>
                  </a:schemeClr>
                </a:solidFill>
              </a:rPr>
              <a:t>Azure Blob Storage</a:t>
            </a:r>
            <a:r>
              <a:rPr lang="fr-FR" dirty="0">
                <a:solidFill>
                  <a:schemeClr val="bg2">
                    <a:lumMod val="10000"/>
                  </a:schemeClr>
                </a:solidFill>
              </a:rPr>
              <a:t> est le service de stockage d'objets de Microsoft, conçu pour stocker de très grandes quantités de données non structurées, comme :</a:t>
            </a:r>
          </a:p>
          <a:p>
            <a:pPr marL="0" indent="0" algn="just">
              <a:buNone/>
            </a:pPr>
            <a:endParaRPr lang="fr-FR" dirty="0">
              <a:solidFill>
                <a:schemeClr val="bg2">
                  <a:lumMod val="10000"/>
                </a:schemeClr>
              </a:solidFill>
            </a:endParaRPr>
          </a:p>
          <a:p>
            <a:pPr lvl="1"/>
            <a:r>
              <a:rPr lang="fr-FR" dirty="0">
                <a:solidFill>
                  <a:schemeClr val="bg2">
                    <a:lumMod val="10000"/>
                  </a:schemeClr>
                </a:solidFill>
              </a:rPr>
              <a:t>Des fichiers journaux (logs) d'applications ou de serveurs.</a:t>
            </a:r>
          </a:p>
          <a:p>
            <a:pPr lvl="1"/>
            <a:endParaRPr lang="fr-FR" dirty="0">
              <a:solidFill>
                <a:schemeClr val="bg2">
                  <a:lumMod val="10000"/>
                </a:schemeClr>
              </a:solidFill>
            </a:endParaRPr>
          </a:p>
          <a:p>
            <a:pPr lvl="1"/>
            <a:r>
              <a:rPr lang="fr-FR" dirty="0">
                <a:solidFill>
                  <a:schemeClr val="bg2">
                    <a:lumMod val="10000"/>
                  </a:schemeClr>
                </a:solidFill>
              </a:rPr>
              <a:t>Des images, vidéos, et fichiers audios pour des applications multimédia.</a:t>
            </a:r>
          </a:p>
          <a:p>
            <a:pPr lvl="1"/>
            <a:endParaRPr lang="fr-FR" dirty="0">
              <a:solidFill>
                <a:schemeClr val="bg2">
                  <a:lumMod val="10000"/>
                </a:schemeClr>
              </a:solidFill>
            </a:endParaRPr>
          </a:p>
          <a:p>
            <a:pPr lvl="1"/>
            <a:r>
              <a:rPr lang="fr-FR" dirty="0">
                <a:solidFill>
                  <a:schemeClr val="bg2">
                    <a:lumMod val="10000"/>
                  </a:schemeClr>
                </a:solidFill>
              </a:rPr>
              <a:t>Des sauvegardes de bases de données ou de machines virtuelles.</a:t>
            </a:r>
          </a:p>
          <a:p>
            <a:pPr marL="457200" lvl="1" indent="0">
              <a:buNone/>
            </a:pPr>
            <a:endParaRPr lang="fr-FR" dirty="0">
              <a:solidFill>
                <a:schemeClr val="bg2">
                  <a:lumMod val="10000"/>
                </a:schemeClr>
              </a:solidFill>
            </a:endParaRPr>
          </a:p>
          <a:p>
            <a:pPr lvl="1"/>
            <a:r>
              <a:rPr lang="fr-FR" dirty="0">
                <a:solidFill>
                  <a:schemeClr val="bg2">
                    <a:lumMod val="10000"/>
                  </a:schemeClr>
                </a:solidFill>
              </a:rPr>
              <a:t>Des fichiers de données brutes pour l'analyse (CSV, JSON, Parquet, XML, etc.).</a:t>
            </a:r>
          </a:p>
          <a:p>
            <a:pPr marL="0" indent="0" algn="just">
              <a:buNone/>
            </a:pPr>
            <a:endParaRPr lang="fr-FR" b="1" dirty="0">
              <a:solidFill>
                <a:schemeClr val="bg2">
                  <a:lumMod val="10000"/>
                </a:schemeClr>
              </a:solidFill>
            </a:endParaRPr>
          </a:p>
        </p:txBody>
      </p:sp>
      <p:sp>
        <p:nvSpPr>
          <p:cNvPr id="4" name="Espace réservé de la date 3">
            <a:extLst>
              <a:ext uri="{FF2B5EF4-FFF2-40B4-BE49-F238E27FC236}">
                <a16:creationId xmlns:a16="http://schemas.microsoft.com/office/drawing/2014/main" id="{C591BC56-0EDB-2469-DB0B-816119B862C8}"/>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ACAE5A2B-792B-2132-B532-8BA3AAD6BE58}"/>
              </a:ext>
            </a:extLst>
          </p:cNvPr>
          <p:cNvSpPr>
            <a:spLocks noGrp="1"/>
          </p:cNvSpPr>
          <p:nvPr>
            <p:ph type="sldNum" sz="quarter" idx="12"/>
          </p:nvPr>
        </p:nvSpPr>
        <p:spPr/>
        <p:txBody>
          <a:bodyPr/>
          <a:lstStyle/>
          <a:p>
            <a:fld id="{5913F4F7-518B-459F-9B80-EE04630AFE87}" type="slidenum">
              <a:rPr lang="fr-FR" smtClean="0"/>
              <a:t>11</a:t>
            </a:fld>
            <a:endParaRPr lang="fr-FR" dirty="0"/>
          </a:p>
        </p:txBody>
      </p:sp>
      <p:pic>
        <p:nvPicPr>
          <p:cNvPr id="6" name="Image 5">
            <a:extLst>
              <a:ext uri="{FF2B5EF4-FFF2-40B4-BE49-F238E27FC236}">
                <a16:creationId xmlns:a16="http://schemas.microsoft.com/office/drawing/2014/main" id="{BD2A748A-E03E-380A-936E-E4AA02A3A5E9}"/>
              </a:ext>
            </a:extLst>
          </p:cNvPr>
          <p:cNvPicPr>
            <a:picLocks noChangeAspect="1"/>
          </p:cNvPicPr>
          <p:nvPr/>
        </p:nvPicPr>
        <p:blipFill>
          <a:blip r:embed="rId2"/>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1046619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07506-AD36-8854-8A04-19DFBBEC722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E430F4C-8423-3A58-14A9-A635BF033D5C}"/>
              </a:ext>
            </a:extLst>
          </p:cNvPr>
          <p:cNvSpPr>
            <a:spLocks noGrp="1"/>
          </p:cNvSpPr>
          <p:nvPr>
            <p:ph type="title"/>
          </p:nvPr>
        </p:nvSpPr>
        <p:spPr/>
        <p:txBody>
          <a:bodyPr/>
          <a:lstStyle/>
          <a:p>
            <a:r>
              <a:rPr lang="fr-FR" dirty="0"/>
              <a:t>Services de stockage Azure</a:t>
            </a:r>
          </a:p>
        </p:txBody>
      </p:sp>
      <p:sp>
        <p:nvSpPr>
          <p:cNvPr id="3" name="Espace réservé du contenu 2">
            <a:extLst>
              <a:ext uri="{FF2B5EF4-FFF2-40B4-BE49-F238E27FC236}">
                <a16:creationId xmlns:a16="http://schemas.microsoft.com/office/drawing/2014/main" id="{FF676670-44E2-E1F8-36D5-10A2682D333C}"/>
              </a:ext>
            </a:extLst>
          </p:cNvPr>
          <p:cNvSpPr>
            <a:spLocks noGrp="1"/>
          </p:cNvSpPr>
          <p:nvPr>
            <p:ph idx="1"/>
          </p:nvPr>
        </p:nvSpPr>
        <p:spPr>
          <a:xfrm>
            <a:off x="838200" y="1548714"/>
            <a:ext cx="10920352" cy="4905956"/>
          </a:xfrm>
        </p:spPr>
        <p:txBody>
          <a:bodyPr>
            <a:normAutofit fontScale="92500"/>
          </a:bodyPr>
          <a:lstStyle/>
          <a:p>
            <a:pPr marL="0" indent="0" algn="just">
              <a:buNone/>
            </a:pPr>
            <a:r>
              <a:rPr lang="fr-FR" b="1" dirty="0"/>
              <a:t>Azure Blob Storage : Le stockage d'objets pour les données non structurées</a:t>
            </a:r>
          </a:p>
          <a:p>
            <a:pPr marL="0" indent="0" algn="just">
              <a:buNone/>
            </a:pPr>
            <a:r>
              <a:rPr lang="fr-FR" b="1" dirty="0">
                <a:solidFill>
                  <a:schemeClr val="bg2">
                    <a:lumMod val="10000"/>
                  </a:schemeClr>
                </a:solidFill>
              </a:rPr>
              <a:t>Concepts Clés :</a:t>
            </a:r>
          </a:p>
          <a:p>
            <a:pPr lvl="0"/>
            <a:r>
              <a:rPr lang="fr-FR" b="1" dirty="0">
                <a:solidFill>
                  <a:schemeClr val="bg2">
                    <a:lumMod val="10000"/>
                  </a:schemeClr>
                </a:solidFill>
              </a:rPr>
              <a:t>Comptes de stockage :</a:t>
            </a:r>
            <a:r>
              <a:rPr lang="fr-FR" dirty="0">
                <a:solidFill>
                  <a:schemeClr val="bg2">
                    <a:lumMod val="10000"/>
                  </a:schemeClr>
                </a:solidFill>
              </a:rPr>
              <a:t> C'est le conteneur de plus haut niveau dans Azure Storage. Toutes vos données (blobs, fichiers, disques) y résident. Vous choisissez son niveau de performance (Standard ou Premium) et son type (par exemple, </a:t>
            </a:r>
            <a:r>
              <a:rPr lang="fr-FR" b="1" dirty="0">
                <a:solidFill>
                  <a:schemeClr val="bg2">
                    <a:lumMod val="10000"/>
                  </a:schemeClr>
                </a:solidFill>
              </a:rPr>
              <a:t>StorageV2</a:t>
            </a:r>
            <a:r>
              <a:rPr lang="fr-FR" dirty="0">
                <a:solidFill>
                  <a:schemeClr val="bg2">
                    <a:lumMod val="10000"/>
                  </a:schemeClr>
                </a:solidFill>
              </a:rPr>
              <a:t>, qui est le plus polyvalent).</a:t>
            </a:r>
          </a:p>
          <a:p>
            <a:pPr lvl="0"/>
            <a:r>
              <a:rPr lang="fr-FR" b="1" dirty="0">
                <a:solidFill>
                  <a:schemeClr val="bg2">
                    <a:lumMod val="10000"/>
                  </a:schemeClr>
                </a:solidFill>
              </a:rPr>
              <a:t>Conteneurs (Containers) :</a:t>
            </a:r>
            <a:r>
              <a:rPr lang="fr-FR" dirty="0">
                <a:solidFill>
                  <a:schemeClr val="bg2">
                    <a:lumMod val="10000"/>
                  </a:schemeClr>
                </a:solidFill>
              </a:rPr>
              <a:t> Au sein d'un compte de stockage, les conteneurs servent à organiser logiquement vos blobs, à l'image des dossiers dans un système de fichiers.</a:t>
            </a:r>
          </a:p>
          <a:p>
            <a:pPr lvl="0"/>
            <a:r>
              <a:rPr lang="fr-FR" b="1" dirty="0">
                <a:solidFill>
                  <a:schemeClr val="bg2">
                    <a:lumMod val="10000"/>
                  </a:schemeClr>
                </a:solidFill>
              </a:rPr>
              <a:t>Blobs (</a:t>
            </a:r>
            <a:r>
              <a:rPr lang="fr-FR" b="1" dirty="0" err="1">
                <a:solidFill>
                  <a:schemeClr val="bg2">
                    <a:lumMod val="10000"/>
                  </a:schemeClr>
                </a:solidFill>
              </a:rPr>
              <a:t>Binary</a:t>
            </a:r>
            <a:r>
              <a:rPr lang="fr-FR" b="1" dirty="0">
                <a:solidFill>
                  <a:schemeClr val="bg2">
                    <a:lumMod val="10000"/>
                  </a:schemeClr>
                </a:solidFill>
              </a:rPr>
              <a:t> Large </a:t>
            </a:r>
            <a:r>
              <a:rPr lang="fr-FR" b="1" dirty="0" err="1">
                <a:solidFill>
                  <a:schemeClr val="bg2">
                    <a:lumMod val="10000"/>
                  </a:schemeClr>
                </a:solidFill>
              </a:rPr>
              <a:t>Objects</a:t>
            </a:r>
            <a:r>
              <a:rPr lang="fr-FR" b="1" dirty="0">
                <a:solidFill>
                  <a:schemeClr val="bg2">
                    <a:lumMod val="10000"/>
                  </a:schemeClr>
                </a:solidFill>
              </a:rPr>
              <a:t>) :</a:t>
            </a:r>
            <a:r>
              <a:rPr lang="fr-FR" dirty="0">
                <a:solidFill>
                  <a:schemeClr val="bg2">
                    <a:lumMod val="10000"/>
                  </a:schemeClr>
                </a:solidFill>
              </a:rPr>
              <a:t>Ce sont les objets réels stockés. Il existe trois types principaux :</a:t>
            </a:r>
          </a:p>
          <a:p>
            <a:pPr lvl="1"/>
            <a:r>
              <a:rPr lang="fr-FR" b="1" dirty="0">
                <a:solidFill>
                  <a:schemeClr val="bg2">
                    <a:lumMod val="10000"/>
                  </a:schemeClr>
                </a:solidFill>
              </a:rPr>
              <a:t>Blobs de blocs (Block Blobs) :</a:t>
            </a:r>
            <a:r>
              <a:rPr lang="fr-FR" dirty="0">
                <a:solidFill>
                  <a:schemeClr val="bg2">
                    <a:lumMod val="10000"/>
                  </a:schemeClr>
                </a:solidFill>
              </a:rPr>
              <a:t> Idéaux pour stocker de grands fichiers binaires et de texte non structuré. Ils sont optimisés pour le streaming et le chargement de données volumineuses.</a:t>
            </a:r>
          </a:p>
          <a:p>
            <a:pPr lvl="1"/>
            <a:r>
              <a:rPr lang="fr-FR" b="1" dirty="0">
                <a:solidFill>
                  <a:schemeClr val="bg2">
                    <a:lumMod val="10000"/>
                  </a:schemeClr>
                </a:solidFill>
              </a:rPr>
              <a:t>Blobs de pages (Page Blobs) :</a:t>
            </a:r>
            <a:r>
              <a:rPr lang="fr-FR" dirty="0">
                <a:solidFill>
                  <a:schemeClr val="bg2">
                    <a:lumMod val="10000"/>
                  </a:schemeClr>
                </a:solidFill>
              </a:rPr>
              <a:t> Optimisés pour les accès aléatoires en lecture/écriture. Ils sont principalement utilisés pour les disques de machines virtuelles Azure.</a:t>
            </a:r>
          </a:p>
          <a:p>
            <a:pPr lvl="1"/>
            <a:r>
              <a:rPr lang="fr-FR" b="1" dirty="0">
                <a:solidFill>
                  <a:schemeClr val="bg2">
                    <a:lumMod val="10000"/>
                  </a:schemeClr>
                </a:solidFill>
              </a:rPr>
              <a:t>Blobs d'ajout (Append Blobs) :</a:t>
            </a:r>
            <a:r>
              <a:rPr lang="fr-FR" dirty="0">
                <a:solidFill>
                  <a:schemeClr val="bg2">
                    <a:lumMod val="10000"/>
                  </a:schemeClr>
                </a:solidFill>
              </a:rPr>
              <a:t> Spécialisés pour les opérations d'ajout de données à la fin du blob, ce qui les rend parfaits pour les scénarios de journalisation.</a:t>
            </a:r>
          </a:p>
          <a:p>
            <a:pPr marL="0" indent="0" algn="just">
              <a:buNone/>
            </a:pPr>
            <a:endParaRPr lang="fr-FR" b="1" dirty="0">
              <a:solidFill>
                <a:schemeClr val="bg2">
                  <a:lumMod val="10000"/>
                </a:schemeClr>
              </a:solidFill>
            </a:endParaRPr>
          </a:p>
        </p:txBody>
      </p:sp>
      <p:sp>
        <p:nvSpPr>
          <p:cNvPr id="4" name="Espace réservé de la date 3">
            <a:extLst>
              <a:ext uri="{FF2B5EF4-FFF2-40B4-BE49-F238E27FC236}">
                <a16:creationId xmlns:a16="http://schemas.microsoft.com/office/drawing/2014/main" id="{1020BE66-41BE-2033-303B-CE3690527C2A}"/>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40B8F20D-A53B-651F-2FD7-5B526F0B48B4}"/>
              </a:ext>
            </a:extLst>
          </p:cNvPr>
          <p:cNvSpPr>
            <a:spLocks noGrp="1"/>
          </p:cNvSpPr>
          <p:nvPr>
            <p:ph type="sldNum" sz="quarter" idx="12"/>
          </p:nvPr>
        </p:nvSpPr>
        <p:spPr/>
        <p:txBody>
          <a:bodyPr/>
          <a:lstStyle/>
          <a:p>
            <a:fld id="{5913F4F7-518B-459F-9B80-EE04630AFE87}" type="slidenum">
              <a:rPr lang="fr-FR" smtClean="0"/>
              <a:t>12</a:t>
            </a:fld>
            <a:endParaRPr lang="fr-FR" dirty="0"/>
          </a:p>
        </p:txBody>
      </p:sp>
      <p:pic>
        <p:nvPicPr>
          <p:cNvPr id="6" name="Image 5">
            <a:extLst>
              <a:ext uri="{FF2B5EF4-FFF2-40B4-BE49-F238E27FC236}">
                <a16:creationId xmlns:a16="http://schemas.microsoft.com/office/drawing/2014/main" id="{9D1C72EF-17DE-6599-CF0E-24754CA48939}"/>
              </a:ext>
            </a:extLst>
          </p:cNvPr>
          <p:cNvPicPr>
            <a:picLocks noChangeAspect="1"/>
          </p:cNvPicPr>
          <p:nvPr/>
        </p:nvPicPr>
        <p:blipFill>
          <a:blip r:embed="rId2"/>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81187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AF5E3-1874-FCA6-51EF-D73AC0666E0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E36BA33-567D-2A6E-04AE-ECA01A433B49}"/>
              </a:ext>
            </a:extLst>
          </p:cNvPr>
          <p:cNvSpPr>
            <a:spLocks noGrp="1"/>
          </p:cNvSpPr>
          <p:nvPr>
            <p:ph type="title"/>
          </p:nvPr>
        </p:nvSpPr>
        <p:spPr/>
        <p:txBody>
          <a:bodyPr/>
          <a:lstStyle/>
          <a:p>
            <a:r>
              <a:rPr lang="fr-FR" dirty="0"/>
              <a:t>Services de stockage Azure</a:t>
            </a:r>
          </a:p>
        </p:txBody>
      </p:sp>
      <p:sp>
        <p:nvSpPr>
          <p:cNvPr id="3" name="Espace réservé du contenu 2">
            <a:extLst>
              <a:ext uri="{FF2B5EF4-FFF2-40B4-BE49-F238E27FC236}">
                <a16:creationId xmlns:a16="http://schemas.microsoft.com/office/drawing/2014/main" id="{365FB17B-44AC-D90F-52B6-C4E3D8F8BFEE}"/>
              </a:ext>
            </a:extLst>
          </p:cNvPr>
          <p:cNvSpPr>
            <a:spLocks noGrp="1"/>
          </p:cNvSpPr>
          <p:nvPr>
            <p:ph idx="1"/>
          </p:nvPr>
        </p:nvSpPr>
        <p:spPr>
          <a:xfrm>
            <a:off x="838200" y="1548715"/>
            <a:ext cx="10698018" cy="4630412"/>
          </a:xfrm>
        </p:spPr>
        <p:txBody>
          <a:bodyPr>
            <a:normAutofit/>
          </a:bodyPr>
          <a:lstStyle/>
          <a:p>
            <a:pPr marL="0" indent="0" algn="just">
              <a:buNone/>
            </a:pPr>
            <a:r>
              <a:rPr lang="fr-FR" b="1" dirty="0"/>
              <a:t>Azure Blob Storage : Le stockage d'objets pour les données non structurées</a:t>
            </a:r>
          </a:p>
          <a:p>
            <a:pPr marL="0" lvl="0" indent="0" algn="just">
              <a:buNone/>
            </a:pPr>
            <a:r>
              <a:rPr lang="fr-FR" b="1" dirty="0">
                <a:solidFill>
                  <a:schemeClr val="bg2">
                    <a:lumMod val="10000"/>
                  </a:schemeClr>
                </a:solidFill>
              </a:rPr>
              <a:t>Niveaux d'accès (Access Tiers) : </a:t>
            </a:r>
            <a:r>
              <a:rPr lang="fr-FR" dirty="0">
                <a:solidFill>
                  <a:schemeClr val="bg2">
                    <a:lumMod val="10000"/>
                  </a:schemeClr>
                </a:solidFill>
              </a:rPr>
              <a:t>Blob Storage propose différents niveaux d'accès pour optimiser les coûts en fonction de la fréquence d'accès aux données :</a:t>
            </a:r>
          </a:p>
          <a:p>
            <a:pPr marL="0" lvl="0" indent="0" algn="just">
              <a:buNone/>
            </a:pPr>
            <a:endParaRPr lang="fr-FR" dirty="0">
              <a:solidFill>
                <a:schemeClr val="bg2">
                  <a:lumMod val="10000"/>
                </a:schemeClr>
              </a:solidFill>
            </a:endParaRPr>
          </a:p>
          <a:p>
            <a:pPr lvl="1" algn="just"/>
            <a:r>
              <a:rPr lang="fr-FR" b="1" dirty="0">
                <a:solidFill>
                  <a:schemeClr val="bg2">
                    <a:lumMod val="10000"/>
                  </a:schemeClr>
                </a:solidFill>
              </a:rPr>
              <a:t>Hot :</a:t>
            </a:r>
            <a:r>
              <a:rPr lang="fr-FR" dirty="0">
                <a:solidFill>
                  <a:schemeClr val="bg2">
                    <a:lumMod val="10000"/>
                  </a:schemeClr>
                </a:solidFill>
              </a:rPr>
              <a:t> Pour les données fréquemment accédées. Coût de stockage plus élevé, mais coûts d'accès faibles.</a:t>
            </a:r>
          </a:p>
          <a:p>
            <a:pPr lvl="1" algn="just"/>
            <a:r>
              <a:rPr lang="fr-FR" b="1" dirty="0">
                <a:solidFill>
                  <a:schemeClr val="bg2">
                    <a:lumMod val="10000"/>
                  </a:schemeClr>
                </a:solidFill>
              </a:rPr>
              <a:t>Cool :</a:t>
            </a:r>
            <a:r>
              <a:rPr lang="fr-FR" dirty="0">
                <a:solidFill>
                  <a:schemeClr val="bg2">
                    <a:lumMod val="10000"/>
                  </a:schemeClr>
                </a:solidFill>
              </a:rPr>
              <a:t> Pour les données moins fréquemment accédées, mais qui doivent être disponibles rapidement. Coût de stockage plus faible, mais coûts d'accès plus élevés.</a:t>
            </a:r>
          </a:p>
          <a:p>
            <a:pPr lvl="1" algn="just"/>
            <a:r>
              <a:rPr lang="fr-FR" b="1" dirty="0">
                <a:solidFill>
                  <a:schemeClr val="bg2">
                    <a:lumMod val="10000"/>
                  </a:schemeClr>
                </a:solidFill>
              </a:rPr>
              <a:t>Archive :</a:t>
            </a:r>
            <a:r>
              <a:rPr lang="fr-FR" dirty="0">
                <a:solidFill>
                  <a:schemeClr val="bg2">
                    <a:lumMod val="10000"/>
                  </a:schemeClr>
                </a:solidFill>
              </a:rPr>
              <a:t> Pour les données rarement accédées, nécessitant des temps de récupération plus longs (heures). Coût de stockage très faible, mais coûts d'accès et de récupération élevés.</a:t>
            </a:r>
          </a:p>
        </p:txBody>
      </p:sp>
      <p:sp>
        <p:nvSpPr>
          <p:cNvPr id="4" name="Espace réservé de la date 3">
            <a:extLst>
              <a:ext uri="{FF2B5EF4-FFF2-40B4-BE49-F238E27FC236}">
                <a16:creationId xmlns:a16="http://schemas.microsoft.com/office/drawing/2014/main" id="{DB648E2A-67FA-2E8A-75F4-5963C5EC2C4E}"/>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1E36ABBF-AB80-E85B-CD0E-6018B72B7E91}"/>
              </a:ext>
            </a:extLst>
          </p:cNvPr>
          <p:cNvSpPr>
            <a:spLocks noGrp="1"/>
          </p:cNvSpPr>
          <p:nvPr>
            <p:ph type="sldNum" sz="quarter" idx="12"/>
          </p:nvPr>
        </p:nvSpPr>
        <p:spPr/>
        <p:txBody>
          <a:bodyPr/>
          <a:lstStyle/>
          <a:p>
            <a:fld id="{5913F4F7-518B-459F-9B80-EE04630AFE87}" type="slidenum">
              <a:rPr lang="fr-FR" smtClean="0"/>
              <a:t>13</a:t>
            </a:fld>
            <a:endParaRPr lang="fr-FR" dirty="0"/>
          </a:p>
        </p:txBody>
      </p:sp>
      <p:pic>
        <p:nvPicPr>
          <p:cNvPr id="6" name="Image 5">
            <a:extLst>
              <a:ext uri="{FF2B5EF4-FFF2-40B4-BE49-F238E27FC236}">
                <a16:creationId xmlns:a16="http://schemas.microsoft.com/office/drawing/2014/main" id="{A963115F-187C-1100-AD66-A8844CD58B57}"/>
              </a:ext>
            </a:extLst>
          </p:cNvPr>
          <p:cNvPicPr>
            <a:picLocks noChangeAspect="1"/>
          </p:cNvPicPr>
          <p:nvPr/>
        </p:nvPicPr>
        <p:blipFill>
          <a:blip r:embed="rId2"/>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3752071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90CEB-21F5-E04F-B056-957662DF2FA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8D50652-3C4D-4D07-5DE5-57ED081A0F84}"/>
              </a:ext>
            </a:extLst>
          </p:cNvPr>
          <p:cNvSpPr>
            <a:spLocks noGrp="1"/>
          </p:cNvSpPr>
          <p:nvPr>
            <p:ph type="title"/>
          </p:nvPr>
        </p:nvSpPr>
        <p:spPr/>
        <p:txBody>
          <a:bodyPr/>
          <a:lstStyle/>
          <a:p>
            <a:r>
              <a:rPr lang="fr-FR" dirty="0"/>
              <a:t>Services de stockage Azure</a:t>
            </a:r>
          </a:p>
        </p:txBody>
      </p:sp>
      <p:sp>
        <p:nvSpPr>
          <p:cNvPr id="3" name="Espace réservé du contenu 2">
            <a:extLst>
              <a:ext uri="{FF2B5EF4-FFF2-40B4-BE49-F238E27FC236}">
                <a16:creationId xmlns:a16="http://schemas.microsoft.com/office/drawing/2014/main" id="{84059D25-2384-FF3A-7E66-53D6AE327B9D}"/>
              </a:ext>
            </a:extLst>
          </p:cNvPr>
          <p:cNvSpPr>
            <a:spLocks noGrp="1"/>
          </p:cNvSpPr>
          <p:nvPr>
            <p:ph idx="1"/>
          </p:nvPr>
        </p:nvSpPr>
        <p:spPr>
          <a:xfrm>
            <a:off x="838200" y="1548715"/>
            <a:ext cx="10698018" cy="4260958"/>
          </a:xfrm>
        </p:spPr>
        <p:txBody>
          <a:bodyPr>
            <a:normAutofit/>
          </a:bodyPr>
          <a:lstStyle/>
          <a:p>
            <a:pPr marL="0" indent="0" algn="just">
              <a:buNone/>
            </a:pPr>
            <a:r>
              <a:rPr lang="fr-FR" b="1" dirty="0"/>
              <a:t>Azure Blob Storage : Le stockage d'objets pour les données non structurées</a:t>
            </a:r>
          </a:p>
          <a:p>
            <a:pPr marL="0" lvl="0" indent="0">
              <a:buNone/>
            </a:pPr>
            <a:r>
              <a:rPr lang="fr-FR" b="1" dirty="0">
                <a:solidFill>
                  <a:schemeClr val="bg2">
                    <a:lumMod val="10000"/>
                  </a:schemeClr>
                </a:solidFill>
              </a:rPr>
              <a:t>Fichiers Azure (Azure Files) : </a:t>
            </a:r>
          </a:p>
          <a:p>
            <a:pPr marL="0" indent="0">
              <a:buNone/>
            </a:pPr>
            <a:r>
              <a:rPr lang="fr-FR" dirty="0">
                <a:solidFill>
                  <a:schemeClr val="bg2">
                    <a:lumMod val="10000"/>
                  </a:schemeClr>
                </a:solidFill>
              </a:rPr>
              <a:t>Un service qui permet de créer des partages de fichiers managés dans le cloud, accessibles via les protocoles SMB et NFS. Utiles pour les applications qui nécessitent un partage de fichiers traditionnel.</a:t>
            </a:r>
            <a:endParaRPr lang="fr-FR" b="1" dirty="0">
              <a:solidFill>
                <a:schemeClr val="bg2">
                  <a:lumMod val="10000"/>
                </a:schemeClr>
              </a:solidFill>
            </a:endParaRPr>
          </a:p>
          <a:p>
            <a:pPr marL="0" lvl="0" indent="0">
              <a:buNone/>
            </a:pPr>
            <a:r>
              <a:rPr lang="fr-FR" b="1" dirty="0">
                <a:solidFill>
                  <a:schemeClr val="bg2">
                    <a:lumMod val="10000"/>
                  </a:schemeClr>
                </a:solidFill>
              </a:rPr>
              <a:t>Disques Azure (Azure </a:t>
            </a:r>
            <a:r>
              <a:rPr lang="fr-FR" b="1" dirty="0" err="1">
                <a:solidFill>
                  <a:schemeClr val="bg2">
                    <a:lumMod val="10000"/>
                  </a:schemeClr>
                </a:solidFill>
              </a:rPr>
              <a:t>Disks</a:t>
            </a:r>
            <a:r>
              <a:rPr lang="fr-FR" b="1" dirty="0">
                <a:solidFill>
                  <a:schemeClr val="bg2">
                    <a:lumMod val="10000"/>
                  </a:schemeClr>
                </a:solidFill>
              </a:rPr>
              <a:t>) : </a:t>
            </a:r>
          </a:p>
          <a:p>
            <a:pPr marL="0" indent="0">
              <a:buNone/>
            </a:pPr>
            <a:r>
              <a:rPr lang="fr-FR" dirty="0">
                <a:solidFill>
                  <a:schemeClr val="bg2">
                    <a:lumMod val="10000"/>
                  </a:schemeClr>
                </a:solidFill>
              </a:rPr>
              <a:t>Stockage par blocs persistant pour les machines virtuelles Azure, offrant des performances élevées pour les charges de travail exigeantes.</a:t>
            </a:r>
          </a:p>
          <a:p>
            <a:pPr marL="0" lvl="0" indent="0">
              <a:buNone/>
            </a:pPr>
            <a:endParaRPr lang="fr-FR" b="1" dirty="0">
              <a:solidFill>
                <a:schemeClr val="bg2">
                  <a:lumMod val="10000"/>
                </a:schemeClr>
              </a:solidFill>
            </a:endParaRPr>
          </a:p>
        </p:txBody>
      </p:sp>
      <p:sp>
        <p:nvSpPr>
          <p:cNvPr id="4" name="Espace réservé de la date 3">
            <a:extLst>
              <a:ext uri="{FF2B5EF4-FFF2-40B4-BE49-F238E27FC236}">
                <a16:creationId xmlns:a16="http://schemas.microsoft.com/office/drawing/2014/main" id="{F6E003B2-16F9-0422-1CE5-97878134474F}"/>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31E17B49-A54B-14B7-158C-2A0066CE1B43}"/>
              </a:ext>
            </a:extLst>
          </p:cNvPr>
          <p:cNvSpPr>
            <a:spLocks noGrp="1"/>
          </p:cNvSpPr>
          <p:nvPr>
            <p:ph type="sldNum" sz="quarter" idx="12"/>
          </p:nvPr>
        </p:nvSpPr>
        <p:spPr/>
        <p:txBody>
          <a:bodyPr/>
          <a:lstStyle/>
          <a:p>
            <a:fld id="{5913F4F7-518B-459F-9B80-EE04630AFE87}" type="slidenum">
              <a:rPr lang="fr-FR" smtClean="0"/>
              <a:t>14</a:t>
            </a:fld>
            <a:endParaRPr lang="fr-FR" dirty="0"/>
          </a:p>
        </p:txBody>
      </p:sp>
      <p:pic>
        <p:nvPicPr>
          <p:cNvPr id="6" name="Image 5">
            <a:extLst>
              <a:ext uri="{FF2B5EF4-FFF2-40B4-BE49-F238E27FC236}">
                <a16:creationId xmlns:a16="http://schemas.microsoft.com/office/drawing/2014/main" id="{4AE2CF92-15CB-F418-7D9B-44CBD1C5ABB7}"/>
              </a:ext>
            </a:extLst>
          </p:cNvPr>
          <p:cNvPicPr>
            <a:picLocks noChangeAspect="1"/>
          </p:cNvPicPr>
          <p:nvPr/>
        </p:nvPicPr>
        <p:blipFill>
          <a:blip r:embed="rId2"/>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3813812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BC345-32D4-682F-2B34-396716116C5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EC10C5-883F-CC85-6D8F-2CC65DE515FD}"/>
              </a:ext>
            </a:extLst>
          </p:cNvPr>
          <p:cNvSpPr>
            <a:spLocks noGrp="1"/>
          </p:cNvSpPr>
          <p:nvPr>
            <p:ph type="title"/>
          </p:nvPr>
        </p:nvSpPr>
        <p:spPr>
          <a:xfrm>
            <a:off x="838200" y="510654"/>
            <a:ext cx="10515600" cy="782437"/>
          </a:xfrm>
        </p:spPr>
        <p:txBody>
          <a:bodyPr/>
          <a:lstStyle/>
          <a:p>
            <a:r>
              <a:rPr lang="fr-FR" dirty="0"/>
              <a:t>Services de stockage Azure</a:t>
            </a:r>
            <a:endParaRPr lang="it-IT" dirty="0">
              <a:solidFill>
                <a:srgbClr val="5B5B79"/>
              </a:solidFill>
            </a:endParaRPr>
          </a:p>
        </p:txBody>
      </p:sp>
      <p:sp>
        <p:nvSpPr>
          <p:cNvPr id="3" name="Espace réservé du contenu 2">
            <a:extLst>
              <a:ext uri="{FF2B5EF4-FFF2-40B4-BE49-F238E27FC236}">
                <a16:creationId xmlns:a16="http://schemas.microsoft.com/office/drawing/2014/main" id="{B65B758B-8551-6732-9057-638DF671C6FD}"/>
              </a:ext>
            </a:extLst>
          </p:cNvPr>
          <p:cNvSpPr>
            <a:spLocks noGrp="1"/>
          </p:cNvSpPr>
          <p:nvPr>
            <p:ph idx="1"/>
          </p:nvPr>
        </p:nvSpPr>
        <p:spPr>
          <a:xfrm>
            <a:off x="838200" y="1422187"/>
            <a:ext cx="10515600" cy="5167538"/>
          </a:xfrm>
        </p:spPr>
        <p:txBody>
          <a:bodyPr>
            <a:normAutofit/>
          </a:bodyPr>
          <a:lstStyle/>
          <a:p>
            <a:pPr marL="0" indent="0" algn="just">
              <a:buNone/>
            </a:pPr>
            <a:r>
              <a:rPr lang="fr-FR" sz="2600" b="1" dirty="0"/>
              <a:t>Azure Data Lake Storage Gen2 </a:t>
            </a:r>
            <a:r>
              <a:rPr lang="fr-FR" dirty="0">
                <a:solidFill>
                  <a:srgbClr val="202122"/>
                </a:solidFill>
                <a:latin typeface="Arial" panose="020B0604020202020204" pitchFamily="34" charset="0"/>
              </a:rPr>
              <a:t>(ADLS Gen2) </a:t>
            </a:r>
            <a:r>
              <a:rPr lang="fr-FR" b="0" dirty="0">
                <a:solidFill>
                  <a:srgbClr val="202122"/>
                </a:solidFill>
                <a:effectLst/>
                <a:latin typeface="Arial" panose="020B0604020202020204" pitchFamily="34" charset="0"/>
              </a:rPr>
              <a:t>est un système de fichiers distribué disponible à l'intérieur de la plateforme Azure. </a:t>
            </a:r>
          </a:p>
          <a:p>
            <a:pPr marL="0" indent="0" algn="just">
              <a:buNone/>
            </a:pPr>
            <a:endParaRPr lang="fr-FR" b="0" dirty="0">
              <a:solidFill>
                <a:srgbClr val="202122"/>
              </a:solidFill>
              <a:effectLst/>
              <a:latin typeface="Arial" panose="020B0604020202020204" pitchFamily="34" charset="0"/>
            </a:endParaRPr>
          </a:p>
          <a:p>
            <a:pPr lvl="1" algn="just"/>
            <a:r>
              <a:rPr lang="fr-FR" b="0" dirty="0">
                <a:solidFill>
                  <a:srgbClr val="202122"/>
                </a:solidFill>
                <a:effectLst/>
                <a:latin typeface="Arial" panose="020B0604020202020204" pitchFamily="34" charset="0"/>
              </a:rPr>
              <a:t>Il fournit une solution de stockage évolutive et rentable pour héberger des Data </a:t>
            </a:r>
            <a:r>
              <a:rPr lang="fr-FR" b="0" dirty="0" err="1">
                <a:solidFill>
                  <a:srgbClr val="202122"/>
                </a:solidFill>
                <a:effectLst/>
                <a:latin typeface="Arial" panose="020B0604020202020204" pitchFamily="34" charset="0"/>
              </a:rPr>
              <a:t>Lakes</a:t>
            </a:r>
            <a:r>
              <a:rPr lang="fr-FR" b="0" dirty="0">
                <a:solidFill>
                  <a:srgbClr val="202122"/>
                </a:solidFill>
                <a:effectLst/>
                <a:latin typeface="Arial" panose="020B0604020202020204" pitchFamily="34" charset="0"/>
              </a:rPr>
              <a:t> et il est adapté aux charges de travail critiques et massives.</a:t>
            </a:r>
          </a:p>
          <a:p>
            <a:pPr marL="457200" lvl="1" indent="0" algn="just">
              <a:buNone/>
            </a:pPr>
            <a:endParaRPr lang="fr-FR" b="0" dirty="0">
              <a:solidFill>
                <a:srgbClr val="202122"/>
              </a:solidFill>
              <a:effectLst/>
              <a:latin typeface="Arial" panose="020B0604020202020204" pitchFamily="34" charset="0"/>
            </a:endParaRPr>
          </a:p>
          <a:p>
            <a:pPr lvl="1" algn="just"/>
            <a:r>
              <a:rPr lang="fr-FR" b="0" dirty="0">
                <a:solidFill>
                  <a:srgbClr val="202122"/>
                </a:solidFill>
                <a:effectLst/>
                <a:latin typeface="Arial" panose="020B0604020202020204" pitchFamily="34" charset="0"/>
              </a:rPr>
              <a:t> Azure Data Lake Storage Gen2 est le service privilégié pour construire des Data </a:t>
            </a:r>
            <a:r>
              <a:rPr lang="fr-FR" b="0" dirty="0" err="1">
                <a:solidFill>
                  <a:srgbClr val="202122"/>
                </a:solidFill>
                <a:effectLst/>
                <a:latin typeface="Arial" panose="020B0604020202020204" pitchFamily="34" charset="0"/>
              </a:rPr>
              <a:t>Lakes</a:t>
            </a:r>
            <a:r>
              <a:rPr lang="fr-FR" b="0" dirty="0">
                <a:solidFill>
                  <a:srgbClr val="202122"/>
                </a:solidFill>
                <a:effectLst/>
                <a:latin typeface="Arial" panose="020B0604020202020204" pitchFamily="34" charset="0"/>
              </a:rPr>
              <a:t> à l'échelle de l'entreprise sur Azure. </a:t>
            </a:r>
          </a:p>
          <a:p>
            <a:pPr lvl="1" algn="just"/>
            <a:endParaRPr lang="fr-FR" b="0" dirty="0">
              <a:solidFill>
                <a:srgbClr val="202122"/>
              </a:solidFill>
              <a:effectLst/>
              <a:latin typeface="Arial" panose="020B0604020202020204" pitchFamily="34" charset="0"/>
            </a:endParaRPr>
          </a:p>
          <a:p>
            <a:pPr lvl="1" algn="just"/>
            <a:r>
              <a:rPr lang="fr-FR" b="0" dirty="0">
                <a:solidFill>
                  <a:srgbClr val="202122"/>
                </a:solidFill>
                <a:effectLst/>
                <a:latin typeface="Arial" panose="020B0604020202020204" pitchFamily="34" charset="0"/>
              </a:rPr>
              <a:t>Il s'agit en réalité d'un ensemble de capacités et d'optimisations construites sur Azure Blob Storage, combinant la scalabilité et la rentabilité de Blob Storage avec les fonctionnalités d'un système de fichiers d'entreprise.</a:t>
            </a:r>
          </a:p>
        </p:txBody>
      </p:sp>
      <p:sp>
        <p:nvSpPr>
          <p:cNvPr id="4" name="Espace réservé de la date 3">
            <a:extLst>
              <a:ext uri="{FF2B5EF4-FFF2-40B4-BE49-F238E27FC236}">
                <a16:creationId xmlns:a16="http://schemas.microsoft.com/office/drawing/2014/main" id="{71021332-2735-B4B6-24DC-13DCA8B499D9}"/>
              </a:ext>
            </a:extLst>
          </p:cNvPr>
          <p:cNvSpPr>
            <a:spLocks noGrp="1"/>
          </p:cNvSpPr>
          <p:nvPr>
            <p:ph type="dt" sz="half" idx="10"/>
          </p:nvPr>
        </p:nvSpPr>
        <p:spPr>
          <a:xfrm>
            <a:off x="838200" y="6356350"/>
            <a:ext cx="2743200" cy="365125"/>
          </a:xfrm>
        </p:spPr>
        <p:txBody>
          <a:bodyPr/>
          <a:lstStyle/>
          <a:p>
            <a:fld id="{D3A5C26B-0F4F-4E92-A5AB-A06A7E8865CA}" type="datetimeyyyy">
              <a:rPr lang="fr-FR" smtClean="0"/>
              <a:t>2026</a:t>
            </a:fld>
            <a:endParaRPr lang="fr-FR" dirty="0"/>
          </a:p>
        </p:txBody>
      </p:sp>
      <p:sp>
        <p:nvSpPr>
          <p:cNvPr id="5" name="Espace réservé du numéro de diapositive 4">
            <a:extLst>
              <a:ext uri="{FF2B5EF4-FFF2-40B4-BE49-F238E27FC236}">
                <a16:creationId xmlns:a16="http://schemas.microsoft.com/office/drawing/2014/main" id="{4CD3794B-54A0-99CF-6862-0567C78373B2}"/>
              </a:ext>
            </a:extLst>
          </p:cNvPr>
          <p:cNvSpPr>
            <a:spLocks noGrp="1"/>
          </p:cNvSpPr>
          <p:nvPr>
            <p:ph type="sldNum" sz="quarter" idx="12"/>
          </p:nvPr>
        </p:nvSpPr>
        <p:spPr/>
        <p:txBody>
          <a:bodyPr/>
          <a:lstStyle/>
          <a:p>
            <a:fld id="{5913F4F7-518B-459F-9B80-EE04630AFE87}" type="slidenum">
              <a:rPr lang="fr-FR" smtClean="0"/>
              <a:t>15</a:t>
            </a:fld>
            <a:endParaRPr lang="fr-FR"/>
          </a:p>
        </p:txBody>
      </p:sp>
      <p:sp>
        <p:nvSpPr>
          <p:cNvPr id="6" name="Espace réservé du texte 5">
            <a:extLst>
              <a:ext uri="{FF2B5EF4-FFF2-40B4-BE49-F238E27FC236}">
                <a16:creationId xmlns:a16="http://schemas.microsoft.com/office/drawing/2014/main" id="{1C084704-2B77-BC0A-8830-A036D90EE6BC}"/>
              </a:ext>
            </a:extLst>
          </p:cNvPr>
          <p:cNvSpPr>
            <a:spLocks noGrp="1"/>
          </p:cNvSpPr>
          <p:nvPr>
            <p:ph type="body" sz="quarter" idx="13"/>
          </p:nvPr>
        </p:nvSpPr>
        <p:spPr/>
        <p:txBody>
          <a:bodyPr/>
          <a:lstStyle/>
          <a:p>
            <a:r>
              <a:rPr lang="fr-FR" dirty="0"/>
              <a:t>Titre du cours</a:t>
            </a:r>
          </a:p>
        </p:txBody>
      </p:sp>
      <p:pic>
        <p:nvPicPr>
          <p:cNvPr id="7" name="Image 6">
            <a:extLst>
              <a:ext uri="{FF2B5EF4-FFF2-40B4-BE49-F238E27FC236}">
                <a16:creationId xmlns:a16="http://schemas.microsoft.com/office/drawing/2014/main" id="{CE7C74E0-4B6E-713C-1639-6CB8C0D17135}"/>
              </a:ext>
            </a:extLst>
          </p:cNvPr>
          <p:cNvPicPr>
            <a:picLocks noChangeAspect="1"/>
          </p:cNvPicPr>
          <p:nvPr/>
        </p:nvPicPr>
        <p:blipFill>
          <a:blip r:embed="rId2"/>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2124515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4FAB4-A76A-7F4D-2C79-414A39600B8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CE8DD3A-C1F8-0E7B-A312-E009D5BF5560}"/>
              </a:ext>
            </a:extLst>
          </p:cNvPr>
          <p:cNvSpPr>
            <a:spLocks noGrp="1"/>
          </p:cNvSpPr>
          <p:nvPr>
            <p:ph type="title"/>
          </p:nvPr>
        </p:nvSpPr>
        <p:spPr>
          <a:xfrm>
            <a:off x="838200" y="510654"/>
            <a:ext cx="10515600" cy="782437"/>
          </a:xfrm>
        </p:spPr>
        <p:txBody>
          <a:bodyPr/>
          <a:lstStyle/>
          <a:p>
            <a:r>
              <a:rPr lang="fr-FR" dirty="0"/>
              <a:t>Services de stockage Azure</a:t>
            </a:r>
            <a:endParaRPr lang="it-IT" dirty="0">
              <a:solidFill>
                <a:srgbClr val="5B5B79"/>
              </a:solidFill>
            </a:endParaRPr>
          </a:p>
        </p:txBody>
      </p:sp>
      <p:sp>
        <p:nvSpPr>
          <p:cNvPr id="3" name="Espace réservé du contenu 2">
            <a:extLst>
              <a:ext uri="{FF2B5EF4-FFF2-40B4-BE49-F238E27FC236}">
                <a16:creationId xmlns:a16="http://schemas.microsoft.com/office/drawing/2014/main" id="{CF5F52DF-6E43-3C24-1B43-E60487BBF126}"/>
              </a:ext>
            </a:extLst>
          </p:cNvPr>
          <p:cNvSpPr>
            <a:spLocks noGrp="1"/>
          </p:cNvSpPr>
          <p:nvPr>
            <p:ph idx="1"/>
          </p:nvPr>
        </p:nvSpPr>
        <p:spPr>
          <a:xfrm>
            <a:off x="838200" y="1401933"/>
            <a:ext cx="10515600" cy="4932218"/>
          </a:xfrm>
        </p:spPr>
        <p:txBody>
          <a:bodyPr>
            <a:normAutofit/>
          </a:bodyPr>
          <a:lstStyle/>
          <a:p>
            <a:pPr marL="0" indent="0" algn="just">
              <a:buNone/>
            </a:pPr>
            <a:r>
              <a:rPr lang="fr-FR" b="1" dirty="0"/>
              <a:t>Pourquoi ADLS Gen2 est-il le choix de prédilection pour un Data Lake ?</a:t>
            </a:r>
          </a:p>
          <a:p>
            <a:pPr marL="0" indent="0" algn="just">
              <a:buNone/>
            </a:pPr>
            <a:r>
              <a:rPr lang="fr-FR" dirty="0">
                <a:solidFill>
                  <a:schemeClr val="bg2">
                    <a:lumMod val="10000"/>
                  </a:schemeClr>
                </a:solidFill>
              </a:rPr>
              <a:t>ADLS Gen2 surmonte les limitations des stockages d'objets traditionnels pour les charges de travail analytiques Big Data en offrant :</a:t>
            </a:r>
          </a:p>
          <a:p>
            <a:pPr marL="0" indent="0" algn="just">
              <a:buNone/>
            </a:pPr>
            <a:endParaRPr lang="fr-FR" dirty="0">
              <a:solidFill>
                <a:schemeClr val="bg2">
                  <a:lumMod val="10000"/>
                </a:schemeClr>
              </a:solidFill>
            </a:endParaRPr>
          </a:p>
          <a:p>
            <a:pPr lvl="0" algn="just"/>
            <a:r>
              <a:rPr lang="fr-FR" b="1" dirty="0">
                <a:solidFill>
                  <a:schemeClr val="bg2">
                    <a:lumMod val="10000"/>
                  </a:schemeClr>
                </a:solidFill>
              </a:rPr>
              <a:t>Système de fichiers hiérarchique :</a:t>
            </a:r>
            <a:r>
              <a:rPr lang="fr-FR" dirty="0">
                <a:solidFill>
                  <a:schemeClr val="bg2">
                    <a:lumMod val="10000"/>
                  </a:schemeClr>
                </a:solidFill>
              </a:rPr>
              <a:t> Contrairement à un stockage d'objets plat, ADLS Gen2 permet une organisation des données de type dossier/fichier. Cette structure hiérarchique est cruciale pour de nombreux </a:t>
            </a:r>
            <a:r>
              <a:rPr lang="fr-FR" dirty="0" err="1">
                <a:solidFill>
                  <a:schemeClr val="bg2">
                    <a:lumMod val="10000"/>
                  </a:schemeClr>
                </a:solidFill>
              </a:rPr>
              <a:t>frameworks</a:t>
            </a:r>
            <a:r>
              <a:rPr lang="fr-FR" dirty="0">
                <a:solidFill>
                  <a:schemeClr val="bg2">
                    <a:lumMod val="10000"/>
                  </a:schemeClr>
                </a:solidFill>
              </a:rPr>
              <a:t> analytiques (par exemple, Apache Spark, </a:t>
            </a:r>
            <a:r>
              <a:rPr lang="fr-FR" dirty="0" err="1">
                <a:solidFill>
                  <a:schemeClr val="bg2">
                    <a:lumMod val="10000"/>
                  </a:schemeClr>
                </a:solidFill>
              </a:rPr>
              <a:t>Databricks</a:t>
            </a:r>
            <a:r>
              <a:rPr lang="fr-FR" dirty="0">
                <a:solidFill>
                  <a:schemeClr val="bg2">
                    <a:lumMod val="10000"/>
                  </a:schemeClr>
                </a:solidFill>
              </a:rPr>
              <a:t>) qui s'attendent à interagir avec un système de fichiers traditionnel.</a:t>
            </a:r>
          </a:p>
          <a:p>
            <a:pPr marL="457200" lvl="1" indent="0" algn="just">
              <a:buNone/>
            </a:pPr>
            <a:endParaRPr lang="fr-FR" b="0" dirty="0">
              <a:solidFill>
                <a:schemeClr val="bg2">
                  <a:lumMod val="10000"/>
                </a:schemeClr>
              </a:solidFill>
              <a:effectLst/>
              <a:latin typeface="Arial" panose="020B0604020202020204" pitchFamily="34" charset="0"/>
            </a:endParaRPr>
          </a:p>
        </p:txBody>
      </p:sp>
      <p:sp>
        <p:nvSpPr>
          <p:cNvPr id="4" name="Espace réservé de la date 3">
            <a:extLst>
              <a:ext uri="{FF2B5EF4-FFF2-40B4-BE49-F238E27FC236}">
                <a16:creationId xmlns:a16="http://schemas.microsoft.com/office/drawing/2014/main" id="{7491E1AC-198B-DFE5-F86B-3BDB44E78B9D}"/>
              </a:ext>
            </a:extLst>
          </p:cNvPr>
          <p:cNvSpPr>
            <a:spLocks noGrp="1"/>
          </p:cNvSpPr>
          <p:nvPr>
            <p:ph type="dt" sz="half" idx="10"/>
          </p:nvPr>
        </p:nvSpPr>
        <p:spPr>
          <a:xfrm>
            <a:off x="838200" y="6356350"/>
            <a:ext cx="2743200" cy="365125"/>
          </a:xfrm>
        </p:spPr>
        <p:txBody>
          <a:bodyPr/>
          <a:lstStyle/>
          <a:p>
            <a:fld id="{D3A5C26B-0F4F-4E92-A5AB-A06A7E8865CA}" type="datetimeyyyy">
              <a:rPr lang="fr-FR" smtClean="0"/>
              <a:t>2026</a:t>
            </a:fld>
            <a:endParaRPr lang="fr-FR" dirty="0"/>
          </a:p>
        </p:txBody>
      </p:sp>
      <p:sp>
        <p:nvSpPr>
          <p:cNvPr id="5" name="Espace réservé du numéro de diapositive 4">
            <a:extLst>
              <a:ext uri="{FF2B5EF4-FFF2-40B4-BE49-F238E27FC236}">
                <a16:creationId xmlns:a16="http://schemas.microsoft.com/office/drawing/2014/main" id="{7BB652B5-9334-949B-7058-5CA32A481E12}"/>
              </a:ext>
            </a:extLst>
          </p:cNvPr>
          <p:cNvSpPr>
            <a:spLocks noGrp="1"/>
          </p:cNvSpPr>
          <p:nvPr>
            <p:ph type="sldNum" sz="quarter" idx="12"/>
          </p:nvPr>
        </p:nvSpPr>
        <p:spPr/>
        <p:txBody>
          <a:bodyPr/>
          <a:lstStyle/>
          <a:p>
            <a:fld id="{5913F4F7-518B-459F-9B80-EE04630AFE87}" type="slidenum">
              <a:rPr lang="fr-FR" smtClean="0"/>
              <a:t>16</a:t>
            </a:fld>
            <a:endParaRPr lang="fr-FR"/>
          </a:p>
        </p:txBody>
      </p:sp>
      <p:sp>
        <p:nvSpPr>
          <p:cNvPr id="6" name="Espace réservé du texte 5">
            <a:extLst>
              <a:ext uri="{FF2B5EF4-FFF2-40B4-BE49-F238E27FC236}">
                <a16:creationId xmlns:a16="http://schemas.microsoft.com/office/drawing/2014/main" id="{6AA4EBBB-3181-0EA3-39C2-DF91148A5026}"/>
              </a:ext>
            </a:extLst>
          </p:cNvPr>
          <p:cNvSpPr>
            <a:spLocks noGrp="1"/>
          </p:cNvSpPr>
          <p:nvPr>
            <p:ph type="body" sz="quarter" idx="13"/>
          </p:nvPr>
        </p:nvSpPr>
        <p:spPr/>
        <p:txBody>
          <a:bodyPr/>
          <a:lstStyle/>
          <a:p>
            <a:r>
              <a:rPr lang="fr-FR" dirty="0"/>
              <a:t>Titre du cours</a:t>
            </a:r>
          </a:p>
        </p:txBody>
      </p:sp>
      <p:pic>
        <p:nvPicPr>
          <p:cNvPr id="7" name="Image 6">
            <a:extLst>
              <a:ext uri="{FF2B5EF4-FFF2-40B4-BE49-F238E27FC236}">
                <a16:creationId xmlns:a16="http://schemas.microsoft.com/office/drawing/2014/main" id="{097BE672-1256-36DB-9A94-5E70308B52BC}"/>
              </a:ext>
            </a:extLst>
          </p:cNvPr>
          <p:cNvPicPr>
            <a:picLocks noChangeAspect="1"/>
          </p:cNvPicPr>
          <p:nvPr/>
        </p:nvPicPr>
        <p:blipFill>
          <a:blip r:embed="rId3"/>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4175456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A61F7-638B-FECB-9351-5ACE0F9CD50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BEB702C-EC60-FC16-BA19-1CC2313743CB}"/>
              </a:ext>
            </a:extLst>
          </p:cNvPr>
          <p:cNvSpPr>
            <a:spLocks noGrp="1"/>
          </p:cNvSpPr>
          <p:nvPr>
            <p:ph type="title"/>
          </p:nvPr>
        </p:nvSpPr>
        <p:spPr>
          <a:xfrm>
            <a:off x="838200" y="510654"/>
            <a:ext cx="10515600" cy="782437"/>
          </a:xfrm>
        </p:spPr>
        <p:txBody>
          <a:bodyPr/>
          <a:lstStyle/>
          <a:p>
            <a:r>
              <a:rPr lang="fr-FR" dirty="0"/>
              <a:t>Services de stockage Azure</a:t>
            </a:r>
            <a:endParaRPr lang="it-IT" dirty="0">
              <a:solidFill>
                <a:srgbClr val="5B5B79"/>
              </a:solidFill>
            </a:endParaRPr>
          </a:p>
        </p:txBody>
      </p:sp>
      <p:sp>
        <p:nvSpPr>
          <p:cNvPr id="3" name="Espace réservé du contenu 2">
            <a:extLst>
              <a:ext uri="{FF2B5EF4-FFF2-40B4-BE49-F238E27FC236}">
                <a16:creationId xmlns:a16="http://schemas.microsoft.com/office/drawing/2014/main" id="{784B85F7-C479-7D45-C511-4C4F3F8D5A00}"/>
              </a:ext>
            </a:extLst>
          </p:cNvPr>
          <p:cNvSpPr>
            <a:spLocks noGrp="1"/>
          </p:cNvSpPr>
          <p:nvPr>
            <p:ph idx="1"/>
          </p:nvPr>
        </p:nvSpPr>
        <p:spPr>
          <a:xfrm>
            <a:off x="838199" y="1293091"/>
            <a:ext cx="10711543" cy="4932218"/>
          </a:xfrm>
        </p:spPr>
        <p:txBody>
          <a:bodyPr>
            <a:normAutofit/>
          </a:bodyPr>
          <a:lstStyle/>
          <a:p>
            <a:pPr marL="0" indent="0" algn="just">
              <a:buNone/>
            </a:pPr>
            <a:r>
              <a:rPr lang="fr-FR" b="1" dirty="0"/>
              <a:t>Pourquoi ADLS Gen2 est-il le choix de prédilection pour un Data Lake ?</a:t>
            </a:r>
          </a:p>
          <a:p>
            <a:pPr marL="0" indent="0" algn="just">
              <a:buNone/>
            </a:pPr>
            <a:r>
              <a:rPr lang="fr-FR" dirty="0">
                <a:solidFill>
                  <a:schemeClr val="bg2">
                    <a:lumMod val="10000"/>
                  </a:schemeClr>
                </a:solidFill>
              </a:rPr>
              <a:t>ADLS Gen2 surmonte les limitations des stockages d'objets traditionnels pour les charges de travail analytiques Big Data en offrant :</a:t>
            </a:r>
          </a:p>
          <a:p>
            <a:pPr marL="0" indent="0" algn="just">
              <a:buNone/>
            </a:pPr>
            <a:endParaRPr lang="fr-FR" dirty="0">
              <a:solidFill>
                <a:schemeClr val="bg2">
                  <a:lumMod val="10000"/>
                </a:schemeClr>
              </a:solidFill>
            </a:endParaRPr>
          </a:p>
          <a:p>
            <a:pPr lvl="0" algn="just"/>
            <a:r>
              <a:rPr lang="fr-FR" b="1" dirty="0">
                <a:solidFill>
                  <a:schemeClr val="bg2">
                    <a:lumMod val="10000"/>
                  </a:schemeClr>
                </a:solidFill>
              </a:rPr>
              <a:t>Sécurité au niveau du fichier et du dossier :</a:t>
            </a:r>
            <a:r>
              <a:rPr lang="fr-FR" dirty="0">
                <a:solidFill>
                  <a:schemeClr val="bg2">
                    <a:lumMod val="10000"/>
                  </a:schemeClr>
                </a:solidFill>
              </a:rPr>
              <a:t> En plus des autorisations Azure RBAC (</a:t>
            </a:r>
            <a:r>
              <a:rPr lang="fr-FR" dirty="0" err="1">
                <a:solidFill>
                  <a:schemeClr val="bg2">
                    <a:lumMod val="10000"/>
                  </a:schemeClr>
                </a:solidFill>
              </a:rPr>
              <a:t>Role-Based</a:t>
            </a:r>
            <a:r>
              <a:rPr lang="fr-FR" dirty="0">
                <a:solidFill>
                  <a:schemeClr val="bg2">
                    <a:lumMod val="10000"/>
                  </a:schemeClr>
                </a:solidFill>
              </a:rPr>
              <a:t> Access Control), ADLS Gen2 prend en charge les listes de contrôle d'accès (ACL) POSIX. Cela permet un contrôle d'accès granulaire directement sur les fichiers et les dossiers, essentiel pour la gouvernance des données dans un Data Lake.</a:t>
            </a:r>
          </a:p>
          <a:p>
            <a:pPr lvl="0" algn="just"/>
            <a:r>
              <a:rPr lang="fr-FR" b="1" dirty="0">
                <a:solidFill>
                  <a:schemeClr val="bg2">
                    <a:lumMod val="10000"/>
                  </a:schemeClr>
                </a:solidFill>
              </a:rPr>
              <a:t>Optimisation pour le Big Data :</a:t>
            </a:r>
            <a:r>
              <a:rPr lang="fr-FR" dirty="0">
                <a:solidFill>
                  <a:schemeClr val="bg2">
                    <a:lumMod val="10000"/>
                  </a:schemeClr>
                </a:solidFill>
              </a:rPr>
              <a:t> Conçu pour les charges de travail analytiques massives, ADLS Gen2 offre un débit élevé et une faible latence, optimisé pour les opérations de lecture et d'écriture parallèles requises par les moteurs de traitement Big Data.</a:t>
            </a:r>
          </a:p>
          <a:p>
            <a:pPr lvl="1" algn="just"/>
            <a:endParaRPr lang="fr-FR" b="0" dirty="0">
              <a:solidFill>
                <a:schemeClr val="bg2">
                  <a:lumMod val="10000"/>
                </a:schemeClr>
              </a:solidFill>
              <a:effectLst/>
              <a:latin typeface="Arial" panose="020B0604020202020204" pitchFamily="34" charset="0"/>
            </a:endParaRPr>
          </a:p>
        </p:txBody>
      </p:sp>
      <p:sp>
        <p:nvSpPr>
          <p:cNvPr id="4" name="Espace réservé de la date 3">
            <a:extLst>
              <a:ext uri="{FF2B5EF4-FFF2-40B4-BE49-F238E27FC236}">
                <a16:creationId xmlns:a16="http://schemas.microsoft.com/office/drawing/2014/main" id="{4C413671-2498-FD09-D6D4-7B2C6B25FEDB}"/>
              </a:ext>
            </a:extLst>
          </p:cNvPr>
          <p:cNvSpPr>
            <a:spLocks noGrp="1"/>
          </p:cNvSpPr>
          <p:nvPr>
            <p:ph type="dt" sz="half" idx="10"/>
          </p:nvPr>
        </p:nvSpPr>
        <p:spPr>
          <a:xfrm>
            <a:off x="838200" y="6356350"/>
            <a:ext cx="2743200" cy="365125"/>
          </a:xfrm>
        </p:spPr>
        <p:txBody>
          <a:bodyPr/>
          <a:lstStyle/>
          <a:p>
            <a:fld id="{D3A5C26B-0F4F-4E92-A5AB-A06A7E8865CA}" type="datetimeyyyy">
              <a:rPr lang="fr-FR" smtClean="0"/>
              <a:t>2026</a:t>
            </a:fld>
            <a:endParaRPr lang="fr-FR" dirty="0"/>
          </a:p>
        </p:txBody>
      </p:sp>
      <p:sp>
        <p:nvSpPr>
          <p:cNvPr id="5" name="Espace réservé du numéro de diapositive 4">
            <a:extLst>
              <a:ext uri="{FF2B5EF4-FFF2-40B4-BE49-F238E27FC236}">
                <a16:creationId xmlns:a16="http://schemas.microsoft.com/office/drawing/2014/main" id="{25123F6F-3392-6F9F-9307-F2784EFF18AB}"/>
              </a:ext>
            </a:extLst>
          </p:cNvPr>
          <p:cNvSpPr>
            <a:spLocks noGrp="1"/>
          </p:cNvSpPr>
          <p:nvPr>
            <p:ph type="sldNum" sz="quarter" idx="12"/>
          </p:nvPr>
        </p:nvSpPr>
        <p:spPr/>
        <p:txBody>
          <a:bodyPr/>
          <a:lstStyle/>
          <a:p>
            <a:fld id="{5913F4F7-518B-459F-9B80-EE04630AFE87}" type="slidenum">
              <a:rPr lang="fr-FR" smtClean="0"/>
              <a:t>17</a:t>
            </a:fld>
            <a:endParaRPr lang="fr-FR"/>
          </a:p>
        </p:txBody>
      </p:sp>
      <p:sp>
        <p:nvSpPr>
          <p:cNvPr id="6" name="Espace réservé du texte 5">
            <a:extLst>
              <a:ext uri="{FF2B5EF4-FFF2-40B4-BE49-F238E27FC236}">
                <a16:creationId xmlns:a16="http://schemas.microsoft.com/office/drawing/2014/main" id="{CDEFB6FE-7864-2A14-7922-813B986D644E}"/>
              </a:ext>
            </a:extLst>
          </p:cNvPr>
          <p:cNvSpPr>
            <a:spLocks noGrp="1"/>
          </p:cNvSpPr>
          <p:nvPr>
            <p:ph type="body" sz="quarter" idx="13"/>
          </p:nvPr>
        </p:nvSpPr>
        <p:spPr/>
        <p:txBody>
          <a:bodyPr/>
          <a:lstStyle/>
          <a:p>
            <a:r>
              <a:rPr lang="fr-FR" dirty="0"/>
              <a:t>Titre du cours</a:t>
            </a:r>
          </a:p>
        </p:txBody>
      </p:sp>
      <p:pic>
        <p:nvPicPr>
          <p:cNvPr id="7" name="Image 6">
            <a:extLst>
              <a:ext uri="{FF2B5EF4-FFF2-40B4-BE49-F238E27FC236}">
                <a16:creationId xmlns:a16="http://schemas.microsoft.com/office/drawing/2014/main" id="{0E99239E-8041-B3A0-F8E6-1D2E1CD5FB64}"/>
              </a:ext>
            </a:extLst>
          </p:cNvPr>
          <p:cNvPicPr>
            <a:picLocks noChangeAspect="1"/>
          </p:cNvPicPr>
          <p:nvPr/>
        </p:nvPicPr>
        <p:blipFill>
          <a:blip r:embed="rId3"/>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1699716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661F02-6321-9CF9-10D1-59DB46BAAC44}"/>
              </a:ext>
            </a:extLst>
          </p:cNvPr>
          <p:cNvSpPr>
            <a:spLocks noGrp="1"/>
          </p:cNvSpPr>
          <p:nvPr>
            <p:ph type="title"/>
          </p:nvPr>
        </p:nvSpPr>
        <p:spPr/>
        <p:txBody>
          <a:bodyPr/>
          <a:lstStyle/>
          <a:p>
            <a:r>
              <a:rPr lang="fr-FR" dirty="0"/>
              <a:t>Redondance et Chiffrement</a:t>
            </a:r>
          </a:p>
        </p:txBody>
      </p:sp>
      <p:sp>
        <p:nvSpPr>
          <p:cNvPr id="4" name="Espace réservé de la date 3">
            <a:extLst>
              <a:ext uri="{FF2B5EF4-FFF2-40B4-BE49-F238E27FC236}">
                <a16:creationId xmlns:a16="http://schemas.microsoft.com/office/drawing/2014/main" id="{C7844941-AEE2-5A54-D3C2-7ADAB5516C1A}"/>
              </a:ext>
            </a:extLst>
          </p:cNvPr>
          <p:cNvSpPr>
            <a:spLocks noGrp="1"/>
          </p:cNvSpPr>
          <p:nvPr>
            <p:ph type="dt" sz="half" idx="10"/>
          </p:nvPr>
        </p:nvSpPr>
        <p:spPr/>
        <p:txBody>
          <a:bodyPr/>
          <a:lstStyle/>
          <a:p>
            <a:fld id="{5D3ABE1B-60A4-48AC-A9CB-287974B2B5F2}"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115449F4-8FD3-4912-971C-799EC470BE9A}"/>
              </a:ext>
            </a:extLst>
          </p:cNvPr>
          <p:cNvSpPr>
            <a:spLocks noGrp="1"/>
          </p:cNvSpPr>
          <p:nvPr>
            <p:ph type="sldNum" sz="quarter" idx="12"/>
          </p:nvPr>
        </p:nvSpPr>
        <p:spPr/>
        <p:txBody>
          <a:bodyPr/>
          <a:lstStyle/>
          <a:p>
            <a:fld id="{5913F4F7-518B-459F-9B80-EE04630AFE87}" type="slidenum">
              <a:rPr lang="fr-FR" smtClean="0"/>
              <a:t>18</a:t>
            </a:fld>
            <a:endParaRPr lang="fr-FR"/>
          </a:p>
        </p:txBody>
      </p:sp>
    </p:spTree>
    <p:extLst>
      <p:ext uri="{BB962C8B-B14F-4D97-AF65-F5344CB8AC3E}">
        <p14:creationId xmlns:p14="http://schemas.microsoft.com/office/powerpoint/2010/main" val="3475841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E5A402-F524-4E16-E163-E4B82F61675D}"/>
              </a:ext>
            </a:extLst>
          </p:cNvPr>
          <p:cNvSpPr>
            <a:spLocks noGrp="1"/>
          </p:cNvSpPr>
          <p:nvPr>
            <p:ph type="title"/>
          </p:nvPr>
        </p:nvSpPr>
        <p:spPr/>
        <p:txBody>
          <a:bodyPr/>
          <a:lstStyle/>
          <a:p>
            <a:r>
              <a:rPr lang="fr-FR" dirty="0"/>
              <a:t>Redondance</a:t>
            </a:r>
            <a:r>
              <a:rPr lang="fr-FR" spc="-50" dirty="0"/>
              <a:t> </a:t>
            </a:r>
            <a:r>
              <a:rPr lang="fr-FR" dirty="0"/>
              <a:t>du</a:t>
            </a:r>
            <a:r>
              <a:rPr lang="fr-FR" spc="-35" dirty="0"/>
              <a:t> </a:t>
            </a:r>
            <a:r>
              <a:rPr lang="fr-FR" dirty="0"/>
              <a:t>stockage</a:t>
            </a:r>
            <a:r>
              <a:rPr lang="fr-FR" spc="-60" dirty="0"/>
              <a:t> </a:t>
            </a:r>
            <a:r>
              <a:rPr lang="fr-FR" spc="-10" dirty="0"/>
              <a:t>Azure</a:t>
            </a:r>
            <a:endParaRPr lang="fr-FR" dirty="0"/>
          </a:p>
        </p:txBody>
      </p:sp>
      <p:sp>
        <p:nvSpPr>
          <p:cNvPr id="3" name="Espace réservé du contenu 2">
            <a:extLst>
              <a:ext uri="{FF2B5EF4-FFF2-40B4-BE49-F238E27FC236}">
                <a16:creationId xmlns:a16="http://schemas.microsoft.com/office/drawing/2014/main" id="{B7012BE2-1A77-E93B-7BCB-59BB0799F031}"/>
              </a:ext>
            </a:extLst>
          </p:cNvPr>
          <p:cNvSpPr>
            <a:spLocks noGrp="1"/>
          </p:cNvSpPr>
          <p:nvPr>
            <p:ph idx="1"/>
          </p:nvPr>
        </p:nvSpPr>
        <p:spPr>
          <a:xfrm>
            <a:off x="646545" y="1548714"/>
            <a:ext cx="10215419" cy="4807635"/>
          </a:xfrm>
        </p:spPr>
        <p:txBody>
          <a:bodyPr vert="horz" lIns="91440" tIns="45720" rIns="91440" bIns="45720" rtlCol="0">
            <a:normAutofit/>
          </a:bodyPr>
          <a:lstStyle/>
          <a:p>
            <a:pPr marL="0" indent="0" algn="just">
              <a:buNone/>
            </a:pPr>
            <a:r>
              <a:rPr lang="fr-FR" dirty="0">
                <a:solidFill>
                  <a:schemeClr val="bg2">
                    <a:lumMod val="10000"/>
                  </a:schemeClr>
                </a:solidFill>
                <a:latin typeface="Times New Roman" panose="02020603050405020304" pitchFamily="18" charset="0"/>
                <a:cs typeface="Times New Roman" panose="02020603050405020304" pitchFamily="18" charset="0"/>
              </a:rPr>
              <a:t>La redondance garantit que votre compte de stockage répond à ses objectifs de disponibilité et de durabilité, même en cas de défaillance.</a:t>
            </a:r>
          </a:p>
          <a:p>
            <a:pPr lvl="1" algn="just"/>
            <a:r>
              <a:rPr lang="fr-FR" dirty="0">
                <a:solidFill>
                  <a:schemeClr val="bg2">
                    <a:lumMod val="10000"/>
                  </a:schemeClr>
                </a:solidFill>
              </a:rPr>
              <a:t>Lorsque vous choisissez l’option de redondance la mieux adaptée à votre scénario. Les facteurs déterminant le choix de l’option de redondance sont les suivants :</a:t>
            </a:r>
          </a:p>
          <a:p>
            <a:pPr lvl="1" algn="just"/>
            <a:endParaRPr lang="fr-FR" dirty="0">
              <a:solidFill>
                <a:schemeClr val="bg2">
                  <a:lumMod val="10000"/>
                </a:schemeClr>
              </a:solidFill>
            </a:endParaRPr>
          </a:p>
          <a:p>
            <a:pPr lvl="2" algn="just"/>
            <a:r>
              <a:rPr lang="fr-FR" dirty="0">
                <a:solidFill>
                  <a:schemeClr val="bg2">
                    <a:lumMod val="10000"/>
                  </a:schemeClr>
                </a:solidFill>
              </a:rPr>
              <a:t>Mode de réplication de vos données dans la région primaire.</a:t>
            </a:r>
          </a:p>
          <a:p>
            <a:pPr lvl="2" algn="just"/>
            <a:endParaRPr lang="fr-FR" dirty="0">
              <a:solidFill>
                <a:schemeClr val="bg2">
                  <a:lumMod val="10000"/>
                </a:schemeClr>
              </a:solidFill>
            </a:endParaRPr>
          </a:p>
          <a:p>
            <a:pPr lvl="2" algn="just"/>
            <a:r>
              <a:rPr lang="fr-FR" dirty="0">
                <a:solidFill>
                  <a:schemeClr val="bg2">
                    <a:lumMod val="10000"/>
                  </a:schemeClr>
                </a:solidFill>
              </a:rPr>
              <a:t>Réplication éventuelle de vos données vers une deuxième région géographiquement éloignée de la région primaire, afin d’offrir une protection contre des catastrophes régionales.</a:t>
            </a:r>
          </a:p>
          <a:p>
            <a:pPr lvl="2" algn="just"/>
            <a:endParaRPr lang="fr-FR" dirty="0">
              <a:solidFill>
                <a:schemeClr val="bg2">
                  <a:lumMod val="10000"/>
                </a:schemeClr>
              </a:solidFill>
            </a:endParaRPr>
          </a:p>
          <a:p>
            <a:pPr lvl="2" algn="just"/>
            <a:r>
              <a:rPr lang="fr-FR" dirty="0">
                <a:solidFill>
                  <a:schemeClr val="bg2">
                    <a:lumMod val="10000"/>
                  </a:schemeClr>
                </a:solidFill>
              </a:rPr>
              <a:t>Si votre application nécessite un accès en lecture aux données répliquées dans la région secondaire, au cas où la région primaire devient indisponible.</a:t>
            </a:r>
          </a:p>
        </p:txBody>
      </p:sp>
      <p:sp>
        <p:nvSpPr>
          <p:cNvPr id="4" name="Espace réservé de la date 3">
            <a:extLst>
              <a:ext uri="{FF2B5EF4-FFF2-40B4-BE49-F238E27FC236}">
                <a16:creationId xmlns:a16="http://schemas.microsoft.com/office/drawing/2014/main" id="{3EB913F8-CB0C-1248-7568-B7EC0F0AD76E}"/>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75B4474D-1698-89DE-E52C-97F67B43E8D5}"/>
              </a:ext>
            </a:extLst>
          </p:cNvPr>
          <p:cNvSpPr>
            <a:spLocks noGrp="1"/>
          </p:cNvSpPr>
          <p:nvPr>
            <p:ph type="sldNum" sz="quarter" idx="12"/>
          </p:nvPr>
        </p:nvSpPr>
        <p:spPr/>
        <p:txBody>
          <a:bodyPr/>
          <a:lstStyle/>
          <a:p>
            <a:fld id="{5913F4F7-518B-459F-9B80-EE04630AFE87}" type="slidenum">
              <a:rPr lang="fr-FR" smtClean="0"/>
              <a:t>19</a:t>
            </a:fld>
            <a:endParaRPr lang="fr-FR" dirty="0"/>
          </a:p>
        </p:txBody>
      </p:sp>
      <p:pic>
        <p:nvPicPr>
          <p:cNvPr id="8" name="Image 7">
            <a:extLst>
              <a:ext uri="{FF2B5EF4-FFF2-40B4-BE49-F238E27FC236}">
                <a16:creationId xmlns:a16="http://schemas.microsoft.com/office/drawing/2014/main" id="{A24351DE-E887-8C5D-FF41-61DF05497CB7}"/>
              </a:ext>
            </a:extLst>
          </p:cNvPr>
          <p:cNvPicPr>
            <a:picLocks noChangeAspect="1"/>
          </p:cNvPicPr>
          <p:nvPr/>
        </p:nvPicPr>
        <p:blipFill>
          <a:blip r:embed="rId2"/>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1024401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C3859-A640-E7D0-3884-0EA57FC2400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0B24C29-859E-22AD-C403-48C418DE5D92}"/>
              </a:ext>
            </a:extLst>
          </p:cNvPr>
          <p:cNvSpPr>
            <a:spLocks noGrp="1"/>
          </p:cNvSpPr>
          <p:nvPr>
            <p:ph type="title"/>
          </p:nvPr>
        </p:nvSpPr>
        <p:spPr/>
        <p:txBody>
          <a:bodyPr/>
          <a:lstStyle/>
          <a:p>
            <a:r>
              <a:rPr lang="fr-FR" dirty="0"/>
              <a:t>Redondance</a:t>
            </a:r>
            <a:r>
              <a:rPr lang="fr-FR" spc="-50" dirty="0"/>
              <a:t> </a:t>
            </a:r>
            <a:r>
              <a:rPr lang="fr-FR" dirty="0"/>
              <a:t>du</a:t>
            </a:r>
            <a:r>
              <a:rPr lang="fr-FR" spc="-35" dirty="0"/>
              <a:t> </a:t>
            </a:r>
            <a:r>
              <a:rPr lang="fr-FR" dirty="0"/>
              <a:t>stockage</a:t>
            </a:r>
            <a:r>
              <a:rPr lang="fr-FR" spc="-60" dirty="0"/>
              <a:t> </a:t>
            </a:r>
            <a:r>
              <a:rPr lang="fr-FR" spc="-10" dirty="0"/>
              <a:t>Azure</a:t>
            </a:r>
            <a:endParaRPr lang="fr-FR" dirty="0"/>
          </a:p>
        </p:txBody>
      </p:sp>
      <p:sp>
        <p:nvSpPr>
          <p:cNvPr id="3" name="Espace réservé du contenu 2">
            <a:extLst>
              <a:ext uri="{FF2B5EF4-FFF2-40B4-BE49-F238E27FC236}">
                <a16:creationId xmlns:a16="http://schemas.microsoft.com/office/drawing/2014/main" id="{3DBE7991-D930-9A39-5AF0-898F0AABC76A}"/>
              </a:ext>
            </a:extLst>
          </p:cNvPr>
          <p:cNvSpPr>
            <a:spLocks noGrp="1"/>
          </p:cNvSpPr>
          <p:nvPr>
            <p:ph idx="1"/>
          </p:nvPr>
        </p:nvSpPr>
        <p:spPr>
          <a:xfrm>
            <a:off x="1136073" y="1548714"/>
            <a:ext cx="9725891" cy="4807635"/>
          </a:xfrm>
        </p:spPr>
        <p:txBody>
          <a:bodyPr vert="horz" lIns="91440" tIns="45720" rIns="91440" bIns="45720" rtlCol="0">
            <a:normAutofit/>
          </a:bodyPr>
          <a:lstStyle/>
          <a:p>
            <a:pPr marL="0" indent="0" algn="just">
              <a:buNone/>
            </a:pPr>
            <a:r>
              <a:rPr lang="fr-FR" b="1" dirty="0">
                <a:solidFill>
                  <a:schemeClr val="bg2">
                    <a:lumMod val="10000"/>
                  </a:schemeClr>
                </a:solidFill>
                <a:latin typeface="Georgia" panose="02040502050405020303" pitchFamily="18" charset="0"/>
                <a:ea typeface="+mj-ea"/>
                <a:cs typeface="+mj-cs"/>
              </a:rPr>
              <a:t>Redondance dans la région primaire</a:t>
            </a:r>
          </a:p>
          <a:p>
            <a:pPr lvl="1" algn="just">
              <a:buFont typeface="Wingdings" panose="05000000000000000000" pitchFamily="2" charset="2"/>
              <a:buChar char="ü"/>
            </a:pPr>
            <a:r>
              <a:rPr lang="fr-FR" dirty="0">
                <a:solidFill>
                  <a:schemeClr val="bg2">
                    <a:lumMod val="10000"/>
                  </a:schemeClr>
                </a:solidFill>
                <a:latin typeface="Georgia" panose="02040502050405020303" pitchFamily="18" charset="0"/>
                <a:ea typeface="+mj-ea"/>
                <a:cs typeface="+mj-cs"/>
              </a:rPr>
              <a:t>Les données d’un compte de stockage Azure sont toujours répliquées trois fois dans la région primaire. </a:t>
            </a:r>
          </a:p>
          <a:p>
            <a:pPr lvl="1" algn="just">
              <a:buFont typeface="Wingdings" panose="05000000000000000000" pitchFamily="2" charset="2"/>
              <a:buChar char="ü"/>
            </a:pPr>
            <a:r>
              <a:rPr lang="fr-FR" dirty="0">
                <a:solidFill>
                  <a:schemeClr val="bg2">
                    <a:lumMod val="10000"/>
                  </a:schemeClr>
                </a:solidFill>
                <a:latin typeface="Georgia" panose="02040502050405020303" pitchFamily="18" charset="0"/>
                <a:ea typeface="+mj-ea"/>
                <a:cs typeface="+mj-cs"/>
              </a:rPr>
              <a:t>Stockage Azure offre deux options pour la réplication de vos données dans la région primaire : le </a:t>
            </a:r>
            <a:r>
              <a:rPr lang="fr-FR" b="1" dirty="0">
                <a:solidFill>
                  <a:schemeClr val="bg2">
                    <a:lumMod val="10000"/>
                  </a:schemeClr>
                </a:solidFill>
                <a:latin typeface="Georgia" panose="02040502050405020303" pitchFamily="18" charset="0"/>
                <a:ea typeface="+mj-ea"/>
                <a:cs typeface="+mj-cs"/>
              </a:rPr>
              <a:t>stockage localement redondant (LRS) </a:t>
            </a:r>
            <a:r>
              <a:rPr lang="fr-FR" dirty="0">
                <a:solidFill>
                  <a:schemeClr val="bg2">
                    <a:lumMod val="10000"/>
                  </a:schemeClr>
                </a:solidFill>
                <a:latin typeface="Georgia" panose="02040502050405020303" pitchFamily="18" charset="0"/>
                <a:ea typeface="+mj-ea"/>
                <a:cs typeface="+mj-cs"/>
              </a:rPr>
              <a:t>et le </a:t>
            </a:r>
            <a:r>
              <a:rPr lang="fr-FR" b="1" dirty="0">
                <a:solidFill>
                  <a:schemeClr val="bg2">
                    <a:lumMod val="10000"/>
                  </a:schemeClr>
                </a:solidFill>
                <a:latin typeface="Georgia" panose="02040502050405020303" pitchFamily="18" charset="0"/>
                <a:ea typeface="+mj-ea"/>
                <a:cs typeface="+mj-cs"/>
              </a:rPr>
              <a:t>stockage redondant interzone (ZRS).</a:t>
            </a:r>
          </a:p>
          <a:p>
            <a:pPr marL="0" indent="0" algn="just">
              <a:buNone/>
            </a:pPr>
            <a:endParaRPr lang="fr-FR" dirty="0">
              <a:solidFill>
                <a:schemeClr val="bg2">
                  <a:lumMod val="10000"/>
                </a:schemeClr>
              </a:solidFill>
              <a:latin typeface="Georgia" panose="02040502050405020303" pitchFamily="18" charset="0"/>
              <a:ea typeface="+mj-ea"/>
              <a:cs typeface="+mj-cs"/>
            </a:endParaRPr>
          </a:p>
          <a:p>
            <a:pPr marL="0" indent="0" algn="just">
              <a:buNone/>
            </a:pPr>
            <a:endParaRPr lang="fr-FR" dirty="0">
              <a:solidFill>
                <a:schemeClr val="bg2">
                  <a:lumMod val="10000"/>
                </a:schemeClr>
              </a:solidFill>
              <a:latin typeface="Georgia" panose="02040502050405020303" pitchFamily="18" charset="0"/>
              <a:ea typeface="+mj-ea"/>
              <a:cs typeface="+mj-cs"/>
            </a:endParaRPr>
          </a:p>
        </p:txBody>
      </p:sp>
      <p:sp>
        <p:nvSpPr>
          <p:cNvPr id="4" name="Espace réservé de la date 3">
            <a:extLst>
              <a:ext uri="{FF2B5EF4-FFF2-40B4-BE49-F238E27FC236}">
                <a16:creationId xmlns:a16="http://schemas.microsoft.com/office/drawing/2014/main" id="{4FF8BB56-95C9-3D12-E985-BFDF771B0463}"/>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706B38D3-9668-4DAB-9E75-C6C37F03EAF4}"/>
              </a:ext>
            </a:extLst>
          </p:cNvPr>
          <p:cNvSpPr>
            <a:spLocks noGrp="1"/>
          </p:cNvSpPr>
          <p:nvPr>
            <p:ph type="sldNum" sz="quarter" idx="12"/>
          </p:nvPr>
        </p:nvSpPr>
        <p:spPr/>
        <p:txBody>
          <a:bodyPr/>
          <a:lstStyle/>
          <a:p>
            <a:fld id="{5913F4F7-518B-459F-9B80-EE04630AFE87}" type="slidenum">
              <a:rPr lang="fr-FR" smtClean="0"/>
              <a:t>20</a:t>
            </a:fld>
            <a:endParaRPr lang="fr-FR" dirty="0"/>
          </a:p>
        </p:txBody>
      </p:sp>
      <p:grpSp>
        <p:nvGrpSpPr>
          <p:cNvPr id="6" name="object 9">
            <a:extLst>
              <a:ext uri="{FF2B5EF4-FFF2-40B4-BE49-F238E27FC236}">
                <a16:creationId xmlns:a16="http://schemas.microsoft.com/office/drawing/2014/main" id="{EC948579-4987-36F2-A0F0-4B0B501B23CA}"/>
              </a:ext>
            </a:extLst>
          </p:cNvPr>
          <p:cNvGrpSpPr/>
          <p:nvPr/>
        </p:nvGrpSpPr>
        <p:grpSpPr>
          <a:xfrm>
            <a:off x="3103418" y="3528289"/>
            <a:ext cx="5781963" cy="2752437"/>
            <a:chOff x="6906768" y="0"/>
            <a:chExt cx="4925695" cy="2496820"/>
          </a:xfrm>
        </p:grpSpPr>
        <p:pic>
          <p:nvPicPr>
            <p:cNvPr id="7" name="object 10">
              <a:extLst>
                <a:ext uri="{FF2B5EF4-FFF2-40B4-BE49-F238E27FC236}">
                  <a16:creationId xmlns:a16="http://schemas.microsoft.com/office/drawing/2014/main" id="{35DA7120-0131-661D-1D00-7D3D05B4C9C9}"/>
                </a:ext>
              </a:extLst>
            </p:cNvPr>
            <p:cNvPicPr/>
            <p:nvPr/>
          </p:nvPicPr>
          <p:blipFill>
            <a:blip r:embed="rId2" cstate="print"/>
            <a:stretch>
              <a:fillRect/>
            </a:stretch>
          </p:blipFill>
          <p:spPr>
            <a:xfrm>
              <a:off x="9430512" y="47244"/>
              <a:ext cx="2401824" cy="2449067"/>
            </a:xfrm>
            <a:prstGeom prst="rect">
              <a:avLst/>
            </a:prstGeom>
          </p:spPr>
        </p:pic>
        <p:pic>
          <p:nvPicPr>
            <p:cNvPr id="8" name="object 11">
              <a:extLst>
                <a:ext uri="{FF2B5EF4-FFF2-40B4-BE49-F238E27FC236}">
                  <a16:creationId xmlns:a16="http://schemas.microsoft.com/office/drawing/2014/main" id="{379EEFCC-FFF0-18ED-F251-176ECC716747}"/>
                </a:ext>
              </a:extLst>
            </p:cNvPr>
            <p:cNvPicPr/>
            <p:nvPr/>
          </p:nvPicPr>
          <p:blipFill>
            <a:blip r:embed="rId3" cstate="print"/>
            <a:stretch>
              <a:fillRect/>
            </a:stretch>
          </p:blipFill>
          <p:spPr>
            <a:xfrm>
              <a:off x="6906768" y="0"/>
              <a:ext cx="2523744" cy="2496312"/>
            </a:xfrm>
            <a:prstGeom prst="rect">
              <a:avLst/>
            </a:prstGeom>
          </p:spPr>
        </p:pic>
      </p:grpSp>
      <p:pic>
        <p:nvPicPr>
          <p:cNvPr id="11" name="Image 10">
            <a:extLst>
              <a:ext uri="{FF2B5EF4-FFF2-40B4-BE49-F238E27FC236}">
                <a16:creationId xmlns:a16="http://schemas.microsoft.com/office/drawing/2014/main" id="{561B3BE9-F4E4-EBD0-6C76-0B64BD127440}"/>
              </a:ext>
            </a:extLst>
          </p:cNvPr>
          <p:cNvPicPr>
            <a:picLocks noChangeAspect="1"/>
          </p:cNvPicPr>
          <p:nvPr/>
        </p:nvPicPr>
        <p:blipFill>
          <a:blip r:embed="rId4"/>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3341597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5B3F1-1911-CAD7-753E-B426E74A6BD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77F7C31-15AD-4821-A51A-E1B5399597C9}"/>
              </a:ext>
            </a:extLst>
          </p:cNvPr>
          <p:cNvSpPr>
            <a:spLocks noGrp="1"/>
          </p:cNvSpPr>
          <p:nvPr>
            <p:ph type="title"/>
          </p:nvPr>
        </p:nvSpPr>
        <p:spPr/>
        <p:txBody>
          <a:bodyPr/>
          <a:lstStyle/>
          <a:p>
            <a:r>
              <a:rPr lang="fr-FR" dirty="0"/>
              <a:t>Redondance</a:t>
            </a:r>
            <a:r>
              <a:rPr lang="fr-FR" spc="-50" dirty="0"/>
              <a:t> </a:t>
            </a:r>
            <a:r>
              <a:rPr lang="fr-FR" dirty="0"/>
              <a:t>du</a:t>
            </a:r>
            <a:r>
              <a:rPr lang="fr-FR" spc="-35" dirty="0"/>
              <a:t> </a:t>
            </a:r>
            <a:r>
              <a:rPr lang="fr-FR" dirty="0"/>
              <a:t>stockage</a:t>
            </a:r>
            <a:r>
              <a:rPr lang="fr-FR" spc="-60" dirty="0"/>
              <a:t> </a:t>
            </a:r>
            <a:r>
              <a:rPr lang="fr-FR" spc="-10" dirty="0"/>
              <a:t>Azure</a:t>
            </a:r>
            <a:endParaRPr lang="fr-FR" dirty="0"/>
          </a:p>
        </p:txBody>
      </p:sp>
      <p:sp>
        <p:nvSpPr>
          <p:cNvPr id="3" name="Espace réservé du contenu 2">
            <a:extLst>
              <a:ext uri="{FF2B5EF4-FFF2-40B4-BE49-F238E27FC236}">
                <a16:creationId xmlns:a16="http://schemas.microsoft.com/office/drawing/2014/main" id="{B4211065-7612-65A2-A820-074818783D3B}"/>
              </a:ext>
            </a:extLst>
          </p:cNvPr>
          <p:cNvSpPr>
            <a:spLocks noGrp="1"/>
          </p:cNvSpPr>
          <p:nvPr>
            <p:ph idx="1"/>
          </p:nvPr>
        </p:nvSpPr>
        <p:spPr>
          <a:xfrm>
            <a:off x="1136073" y="1548714"/>
            <a:ext cx="10317018" cy="4807635"/>
          </a:xfrm>
        </p:spPr>
        <p:txBody>
          <a:bodyPr vert="horz" lIns="91440" tIns="45720" rIns="91440" bIns="45720" rtlCol="0">
            <a:normAutofit fontScale="92500" lnSpcReduction="10000"/>
          </a:bodyPr>
          <a:lstStyle/>
          <a:p>
            <a:pPr marL="0" indent="0" algn="just">
              <a:buNone/>
            </a:pPr>
            <a:r>
              <a:rPr lang="fr-FR" b="1" dirty="0">
                <a:solidFill>
                  <a:schemeClr val="bg2">
                    <a:lumMod val="10000"/>
                  </a:schemeClr>
                </a:solidFill>
                <a:latin typeface="Georgia" panose="02040502050405020303" pitchFamily="18" charset="0"/>
                <a:ea typeface="+mj-ea"/>
                <a:cs typeface="+mj-cs"/>
              </a:rPr>
              <a:t>Redondance dans la région primaire</a:t>
            </a:r>
          </a:p>
          <a:p>
            <a:pPr lvl="1" algn="just">
              <a:buFont typeface="Wingdings" panose="05000000000000000000" pitchFamily="2" charset="2"/>
              <a:buChar char="ü"/>
            </a:pPr>
            <a:r>
              <a:rPr lang="fr-FR" b="1" dirty="0">
                <a:solidFill>
                  <a:schemeClr val="bg2">
                    <a:lumMod val="10000"/>
                  </a:schemeClr>
                </a:solidFill>
                <a:latin typeface="Georgia" panose="02040502050405020303" pitchFamily="18" charset="0"/>
                <a:ea typeface="+mj-ea"/>
                <a:cs typeface="+mj-cs"/>
              </a:rPr>
              <a:t>Stockage localement redondant (LRS)</a:t>
            </a:r>
            <a:endParaRPr lang="fr-FR" dirty="0">
              <a:solidFill>
                <a:schemeClr val="bg2">
                  <a:lumMod val="10000"/>
                </a:schemeClr>
              </a:solidFill>
              <a:latin typeface="Georgia" panose="02040502050405020303" pitchFamily="18" charset="0"/>
              <a:ea typeface="+mj-ea"/>
              <a:cs typeface="+mj-cs"/>
            </a:endParaRPr>
          </a:p>
          <a:p>
            <a:pPr algn="just">
              <a:lnSpc>
                <a:spcPct val="100000"/>
              </a:lnSpc>
              <a:spcBef>
                <a:spcPts val="1925"/>
              </a:spcBef>
              <a:buFontTx/>
              <a:buChar char="-"/>
            </a:pPr>
            <a:r>
              <a:rPr lang="fr-FR" dirty="0">
                <a:solidFill>
                  <a:srgbClr val="171717"/>
                </a:solidFill>
                <a:latin typeface="Segoe UI"/>
                <a:cs typeface="Segoe UI"/>
              </a:rPr>
              <a:t>Le</a:t>
            </a:r>
            <a:r>
              <a:rPr lang="fr-FR" spc="-40" dirty="0">
                <a:solidFill>
                  <a:srgbClr val="171717"/>
                </a:solidFill>
                <a:latin typeface="Segoe UI"/>
                <a:cs typeface="Segoe UI"/>
              </a:rPr>
              <a:t> </a:t>
            </a:r>
            <a:r>
              <a:rPr lang="fr-FR" dirty="0">
                <a:solidFill>
                  <a:srgbClr val="171717"/>
                </a:solidFill>
                <a:latin typeface="Segoe UI"/>
                <a:cs typeface="Segoe UI"/>
              </a:rPr>
              <a:t>stockage</a:t>
            </a:r>
            <a:r>
              <a:rPr lang="fr-FR" spc="-35" dirty="0">
                <a:solidFill>
                  <a:srgbClr val="171717"/>
                </a:solidFill>
                <a:latin typeface="Segoe UI"/>
                <a:cs typeface="Segoe UI"/>
              </a:rPr>
              <a:t> </a:t>
            </a:r>
            <a:r>
              <a:rPr lang="fr-FR" dirty="0">
                <a:solidFill>
                  <a:srgbClr val="171717"/>
                </a:solidFill>
                <a:latin typeface="Segoe UI"/>
                <a:cs typeface="Segoe UI"/>
              </a:rPr>
              <a:t>localement</a:t>
            </a:r>
            <a:r>
              <a:rPr lang="fr-FR" spc="-50" dirty="0">
                <a:solidFill>
                  <a:srgbClr val="171717"/>
                </a:solidFill>
                <a:latin typeface="Segoe UI"/>
                <a:cs typeface="Segoe UI"/>
              </a:rPr>
              <a:t> </a:t>
            </a:r>
            <a:r>
              <a:rPr lang="fr-FR" dirty="0">
                <a:solidFill>
                  <a:srgbClr val="171717"/>
                </a:solidFill>
                <a:latin typeface="Segoe UI"/>
                <a:cs typeface="Segoe UI"/>
              </a:rPr>
              <a:t>redondant</a:t>
            </a:r>
            <a:r>
              <a:rPr lang="fr-FR" spc="-30" dirty="0">
                <a:solidFill>
                  <a:srgbClr val="171717"/>
                </a:solidFill>
                <a:latin typeface="Segoe UI"/>
                <a:cs typeface="Segoe UI"/>
              </a:rPr>
              <a:t> </a:t>
            </a:r>
            <a:r>
              <a:rPr lang="fr-FR" dirty="0">
                <a:solidFill>
                  <a:srgbClr val="171717"/>
                </a:solidFill>
                <a:latin typeface="Segoe UI"/>
                <a:cs typeface="Segoe UI"/>
              </a:rPr>
              <a:t>(LRS)</a:t>
            </a:r>
            <a:r>
              <a:rPr lang="fr-FR" spc="-35" dirty="0">
                <a:solidFill>
                  <a:srgbClr val="171717"/>
                </a:solidFill>
                <a:latin typeface="Segoe UI"/>
                <a:cs typeface="Segoe UI"/>
              </a:rPr>
              <a:t> </a:t>
            </a:r>
            <a:r>
              <a:rPr lang="fr-FR" dirty="0">
                <a:solidFill>
                  <a:srgbClr val="171717"/>
                </a:solidFill>
                <a:latin typeface="Segoe UI"/>
                <a:cs typeface="Segoe UI"/>
              </a:rPr>
              <a:t>réplique</a:t>
            </a:r>
            <a:r>
              <a:rPr lang="fr-FR" spc="-25" dirty="0">
                <a:solidFill>
                  <a:srgbClr val="171717"/>
                </a:solidFill>
                <a:latin typeface="Segoe UI"/>
                <a:cs typeface="Segoe UI"/>
              </a:rPr>
              <a:t> </a:t>
            </a:r>
            <a:r>
              <a:rPr lang="fr-FR" dirty="0">
                <a:solidFill>
                  <a:srgbClr val="171717"/>
                </a:solidFill>
                <a:latin typeface="Segoe UI"/>
                <a:cs typeface="Segoe UI"/>
              </a:rPr>
              <a:t>vos</a:t>
            </a:r>
            <a:r>
              <a:rPr lang="fr-FR" spc="-50" dirty="0">
                <a:solidFill>
                  <a:srgbClr val="171717"/>
                </a:solidFill>
                <a:latin typeface="Segoe UI"/>
                <a:cs typeface="Segoe UI"/>
              </a:rPr>
              <a:t> </a:t>
            </a:r>
            <a:r>
              <a:rPr lang="fr-FR" dirty="0">
                <a:solidFill>
                  <a:srgbClr val="171717"/>
                </a:solidFill>
                <a:latin typeface="Segoe UI"/>
                <a:cs typeface="Segoe UI"/>
              </a:rPr>
              <a:t>données</a:t>
            </a:r>
            <a:r>
              <a:rPr lang="fr-FR" spc="-50" dirty="0">
                <a:solidFill>
                  <a:srgbClr val="171717"/>
                </a:solidFill>
                <a:latin typeface="Segoe UI"/>
                <a:cs typeface="Segoe UI"/>
              </a:rPr>
              <a:t> </a:t>
            </a:r>
            <a:r>
              <a:rPr lang="fr-FR" dirty="0">
                <a:solidFill>
                  <a:srgbClr val="171717"/>
                </a:solidFill>
                <a:latin typeface="Segoe UI"/>
                <a:cs typeface="Segoe UI"/>
              </a:rPr>
              <a:t>trois</a:t>
            </a:r>
            <a:r>
              <a:rPr lang="fr-FR" spc="-35" dirty="0">
                <a:solidFill>
                  <a:srgbClr val="171717"/>
                </a:solidFill>
                <a:latin typeface="Segoe UI"/>
                <a:cs typeface="Segoe UI"/>
              </a:rPr>
              <a:t> </a:t>
            </a:r>
            <a:r>
              <a:rPr lang="fr-FR" dirty="0">
                <a:solidFill>
                  <a:srgbClr val="171717"/>
                </a:solidFill>
                <a:latin typeface="Segoe UI"/>
                <a:cs typeface="Segoe UI"/>
              </a:rPr>
              <a:t>fois</a:t>
            </a:r>
            <a:r>
              <a:rPr lang="fr-FR" spc="-45" dirty="0">
                <a:solidFill>
                  <a:srgbClr val="171717"/>
                </a:solidFill>
                <a:latin typeface="Segoe UI"/>
                <a:cs typeface="Segoe UI"/>
              </a:rPr>
              <a:t> </a:t>
            </a:r>
            <a:r>
              <a:rPr lang="fr-FR" dirty="0">
                <a:solidFill>
                  <a:srgbClr val="171717"/>
                </a:solidFill>
                <a:latin typeface="Segoe UI"/>
                <a:cs typeface="Segoe UI"/>
              </a:rPr>
              <a:t>au</a:t>
            </a:r>
            <a:r>
              <a:rPr lang="fr-FR" spc="-50" dirty="0">
                <a:solidFill>
                  <a:srgbClr val="171717"/>
                </a:solidFill>
                <a:latin typeface="Segoe UI"/>
                <a:cs typeface="Segoe UI"/>
              </a:rPr>
              <a:t> </a:t>
            </a:r>
            <a:r>
              <a:rPr lang="fr-FR" dirty="0">
                <a:solidFill>
                  <a:srgbClr val="171717"/>
                </a:solidFill>
                <a:latin typeface="Segoe UI"/>
                <a:cs typeface="Segoe UI"/>
              </a:rPr>
              <a:t>sein</a:t>
            </a:r>
            <a:r>
              <a:rPr lang="fr-FR" spc="-40" dirty="0">
                <a:solidFill>
                  <a:srgbClr val="171717"/>
                </a:solidFill>
                <a:latin typeface="Segoe UI"/>
                <a:cs typeface="Segoe UI"/>
              </a:rPr>
              <a:t> </a:t>
            </a:r>
            <a:r>
              <a:rPr lang="fr-FR" dirty="0">
                <a:solidFill>
                  <a:srgbClr val="171717"/>
                </a:solidFill>
                <a:latin typeface="Segoe UI"/>
                <a:cs typeface="Segoe UI"/>
              </a:rPr>
              <a:t>d’un</a:t>
            </a:r>
            <a:r>
              <a:rPr lang="fr-FR" spc="-45" dirty="0">
                <a:solidFill>
                  <a:srgbClr val="171717"/>
                </a:solidFill>
                <a:latin typeface="Segoe UI"/>
                <a:cs typeface="Segoe UI"/>
              </a:rPr>
              <a:t> </a:t>
            </a:r>
            <a:r>
              <a:rPr lang="fr-FR" dirty="0">
                <a:solidFill>
                  <a:srgbClr val="171717"/>
                </a:solidFill>
                <a:latin typeface="Segoe UI"/>
                <a:cs typeface="Segoe UI"/>
              </a:rPr>
              <a:t>même</a:t>
            </a:r>
            <a:r>
              <a:rPr lang="fr-FR" spc="-55" dirty="0">
                <a:solidFill>
                  <a:srgbClr val="171717"/>
                </a:solidFill>
                <a:latin typeface="Segoe UI"/>
                <a:cs typeface="Segoe UI"/>
              </a:rPr>
              <a:t> </a:t>
            </a:r>
            <a:r>
              <a:rPr lang="fr-FR" dirty="0">
                <a:solidFill>
                  <a:srgbClr val="171717"/>
                </a:solidFill>
                <a:latin typeface="Segoe UI"/>
                <a:cs typeface="Segoe UI"/>
              </a:rPr>
              <a:t>centre</a:t>
            </a:r>
            <a:r>
              <a:rPr lang="fr-FR" spc="-35" dirty="0">
                <a:solidFill>
                  <a:srgbClr val="171717"/>
                </a:solidFill>
                <a:latin typeface="Segoe UI"/>
                <a:cs typeface="Segoe UI"/>
              </a:rPr>
              <a:t> </a:t>
            </a:r>
            <a:r>
              <a:rPr lang="fr-FR" dirty="0">
                <a:solidFill>
                  <a:srgbClr val="171717"/>
                </a:solidFill>
                <a:latin typeface="Segoe UI"/>
                <a:cs typeface="Segoe UI"/>
              </a:rPr>
              <a:t>de</a:t>
            </a:r>
            <a:r>
              <a:rPr lang="fr-FR" spc="-35" dirty="0">
                <a:solidFill>
                  <a:srgbClr val="171717"/>
                </a:solidFill>
                <a:latin typeface="Segoe UI"/>
                <a:cs typeface="Segoe UI"/>
              </a:rPr>
              <a:t> </a:t>
            </a:r>
            <a:r>
              <a:rPr lang="fr-FR" dirty="0">
                <a:solidFill>
                  <a:srgbClr val="171717"/>
                </a:solidFill>
                <a:latin typeface="Segoe UI"/>
                <a:cs typeface="Segoe UI"/>
              </a:rPr>
              <a:t>données</a:t>
            </a:r>
            <a:r>
              <a:rPr lang="fr-FR" spc="-55" dirty="0">
                <a:solidFill>
                  <a:srgbClr val="171717"/>
                </a:solidFill>
                <a:latin typeface="Segoe UI"/>
                <a:cs typeface="Segoe UI"/>
              </a:rPr>
              <a:t> </a:t>
            </a:r>
            <a:r>
              <a:rPr lang="fr-FR" dirty="0">
                <a:solidFill>
                  <a:srgbClr val="171717"/>
                </a:solidFill>
                <a:latin typeface="Segoe UI"/>
                <a:cs typeface="Segoe UI"/>
              </a:rPr>
              <a:t>dans</a:t>
            </a:r>
            <a:r>
              <a:rPr lang="fr-FR" spc="-40" dirty="0">
                <a:solidFill>
                  <a:srgbClr val="171717"/>
                </a:solidFill>
                <a:latin typeface="Segoe UI"/>
                <a:cs typeface="Segoe UI"/>
              </a:rPr>
              <a:t> </a:t>
            </a:r>
            <a:r>
              <a:rPr lang="fr-FR" spc="-25" dirty="0">
                <a:solidFill>
                  <a:srgbClr val="171717"/>
                </a:solidFill>
                <a:latin typeface="Segoe UI"/>
                <a:cs typeface="Segoe UI"/>
              </a:rPr>
              <a:t>la </a:t>
            </a:r>
            <a:r>
              <a:rPr lang="fr-FR" dirty="0">
                <a:solidFill>
                  <a:srgbClr val="171717"/>
                </a:solidFill>
                <a:latin typeface="Segoe UI"/>
                <a:cs typeface="Segoe UI"/>
              </a:rPr>
              <a:t>région</a:t>
            </a:r>
            <a:r>
              <a:rPr lang="fr-FR" spc="-55" dirty="0">
                <a:solidFill>
                  <a:srgbClr val="171717"/>
                </a:solidFill>
                <a:latin typeface="Segoe UI"/>
                <a:cs typeface="Segoe UI"/>
              </a:rPr>
              <a:t> </a:t>
            </a:r>
            <a:r>
              <a:rPr lang="fr-FR" spc="-10" dirty="0">
                <a:solidFill>
                  <a:srgbClr val="171717"/>
                </a:solidFill>
                <a:latin typeface="Segoe UI"/>
                <a:cs typeface="Segoe UI"/>
              </a:rPr>
              <a:t>primaire.</a:t>
            </a:r>
            <a:endParaRPr lang="fr-FR" spc="-10" dirty="0">
              <a:latin typeface="Segoe UI"/>
              <a:cs typeface="Segoe UI"/>
            </a:endParaRPr>
          </a:p>
          <a:p>
            <a:pPr algn="just">
              <a:lnSpc>
                <a:spcPct val="100000"/>
              </a:lnSpc>
              <a:spcBef>
                <a:spcPts val="1925"/>
              </a:spcBef>
              <a:buFontTx/>
              <a:buChar char="-"/>
            </a:pPr>
            <a:r>
              <a:rPr lang="fr-FR" dirty="0">
                <a:solidFill>
                  <a:srgbClr val="171717"/>
                </a:solidFill>
                <a:latin typeface="Segoe UI"/>
                <a:cs typeface="Segoe UI"/>
              </a:rPr>
              <a:t>Le</a:t>
            </a:r>
            <a:r>
              <a:rPr lang="fr-FR" spc="-50" dirty="0">
                <a:solidFill>
                  <a:srgbClr val="171717"/>
                </a:solidFill>
                <a:latin typeface="Segoe UI"/>
                <a:cs typeface="Segoe UI"/>
              </a:rPr>
              <a:t> </a:t>
            </a:r>
            <a:r>
              <a:rPr lang="fr-FR" dirty="0">
                <a:solidFill>
                  <a:srgbClr val="171717"/>
                </a:solidFill>
                <a:latin typeface="Segoe UI"/>
                <a:cs typeface="Segoe UI"/>
              </a:rPr>
              <a:t>stockage</a:t>
            </a:r>
            <a:r>
              <a:rPr lang="fr-FR" spc="-40" dirty="0">
                <a:solidFill>
                  <a:srgbClr val="171717"/>
                </a:solidFill>
                <a:latin typeface="Segoe UI"/>
                <a:cs typeface="Segoe UI"/>
              </a:rPr>
              <a:t> </a:t>
            </a:r>
            <a:r>
              <a:rPr lang="fr-FR" dirty="0">
                <a:solidFill>
                  <a:srgbClr val="171717"/>
                </a:solidFill>
                <a:latin typeface="Segoe UI"/>
                <a:cs typeface="Segoe UI"/>
              </a:rPr>
              <a:t>localement</a:t>
            </a:r>
            <a:r>
              <a:rPr lang="fr-FR" spc="-60" dirty="0">
                <a:solidFill>
                  <a:srgbClr val="171717"/>
                </a:solidFill>
                <a:latin typeface="Segoe UI"/>
                <a:cs typeface="Segoe UI"/>
              </a:rPr>
              <a:t> </a:t>
            </a:r>
            <a:r>
              <a:rPr lang="fr-FR" dirty="0">
                <a:solidFill>
                  <a:srgbClr val="171717"/>
                </a:solidFill>
                <a:latin typeface="Segoe UI"/>
                <a:cs typeface="Segoe UI"/>
              </a:rPr>
              <a:t>redondant</a:t>
            </a:r>
            <a:r>
              <a:rPr lang="fr-FR" spc="-40" dirty="0">
                <a:solidFill>
                  <a:srgbClr val="171717"/>
                </a:solidFill>
                <a:latin typeface="Segoe UI"/>
                <a:cs typeface="Segoe UI"/>
              </a:rPr>
              <a:t> </a:t>
            </a:r>
            <a:r>
              <a:rPr lang="fr-FR" dirty="0">
                <a:solidFill>
                  <a:srgbClr val="171717"/>
                </a:solidFill>
                <a:latin typeface="Segoe UI"/>
                <a:cs typeface="Segoe UI"/>
              </a:rPr>
              <a:t>est</a:t>
            </a:r>
            <a:r>
              <a:rPr lang="fr-FR" spc="-60" dirty="0">
                <a:solidFill>
                  <a:srgbClr val="171717"/>
                </a:solidFill>
                <a:latin typeface="Segoe UI"/>
                <a:cs typeface="Segoe UI"/>
              </a:rPr>
              <a:t> </a:t>
            </a:r>
            <a:r>
              <a:rPr lang="fr-FR" spc="-10" dirty="0">
                <a:solidFill>
                  <a:srgbClr val="171717"/>
                </a:solidFill>
                <a:latin typeface="Segoe UI"/>
                <a:cs typeface="Segoe UI"/>
              </a:rPr>
              <a:t>l’option</a:t>
            </a:r>
            <a:r>
              <a:rPr lang="fr-FR" spc="-50" dirty="0">
                <a:solidFill>
                  <a:srgbClr val="171717"/>
                </a:solidFill>
                <a:latin typeface="Segoe UI"/>
                <a:cs typeface="Segoe UI"/>
              </a:rPr>
              <a:t> </a:t>
            </a:r>
            <a:r>
              <a:rPr lang="fr-FR" dirty="0">
                <a:solidFill>
                  <a:srgbClr val="171717"/>
                </a:solidFill>
                <a:latin typeface="Segoe UI"/>
                <a:cs typeface="Segoe UI"/>
              </a:rPr>
              <a:t>de</a:t>
            </a:r>
            <a:r>
              <a:rPr lang="fr-FR" spc="-50" dirty="0">
                <a:solidFill>
                  <a:srgbClr val="171717"/>
                </a:solidFill>
                <a:latin typeface="Segoe UI"/>
                <a:cs typeface="Segoe UI"/>
              </a:rPr>
              <a:t> </a:t>
            </a:r>
            <a:r>
              <a:rPr lang="fr-FR" dirty="0">
                <a:solidFill>
                  <a:srgbClr val="171717"/>
                </a:solidFill>
                <a:latin typeface="Segoe UI"/>
                <a:cs typeface="Segoe UI"/>
              </a:rPr>
              <a:t>redondance</a:t>
            </a:r>
            <a:r>
              <a:rPr lang="fr-FR" spc="-35" dirty="0">
                <a:solidFill>
                  <a:srgbClr val="171717"/>
                </a:solidFill>
                <a:latin typeface="Segoe UI"/>
                <a:cs typeface="Segoe UI"/>
              </a:rPr>
              <a:t> </a:t>
            </a:r>
            <a:r>
              <a:rPr lang="fr-FR" dirty="0">
                <a:solidFill>
                  <a:srgbClr val="171717"/>
                </a:solidFill>
                <a:latin typeface="Segoe UI"/>
                <a:cs typeface="Segoe UI"/>
              </a:rPr>
              <a:t>la</a:t>
            </a:r>
            <a:r>
              <a:rPr lang="fr-FR" spc="-40" dirty="0">
                <a:solidFill>
                  <a:srgbClr val="171717"/>
                </a:solidFill>
                <a:latin typeface="Segoe UI"/>
                <a:cs typeface="Segoe UI"/>
              </a:rPr>
              <a:t> </a:t>
            </a:r>
            <a:r>
              <a:rPr lang="fr-FR" dirty="0">
                <a:solidFill>
                  <a:srgbClr val="171717"/>
                </a:solidFill>
                <a:latin typeface="Segoe UI"/>
                <a:cs typeface="Segoe UI"/>
              </a:rPr>
              <a:t>moins</a:t>
            </a:r>
            <a:r>
              <a:rPr lang="fr-FR" spc="-60" dirty="0">
                <a:solidFill>
                  <a:srgbClr val="171717"/>
                </a:solidFill>
                <a:latin typeface="Segoe UI"/>
                <a:cs typeface="Segoe UI"/>
              </a:rPr>
              <a:t> </a:t>
            </a:r>
            <a:r>
              <a:rPr lang="fr-FR" dirty="0">
                <a:solidFill>
                  <a:srgbClr val="171717"/>
                </a:solidFill>
                <a:latin typeface="Segoe UI"/>
                <a:cs typeface="Segoe UI"/>
              </a:rPr>
              <a:t>coûteuse</a:t>
            </a:r>
            <a:r>
              <a:rPr lang="fr-FR" spc="-45" dirty="0">
                <a:solidFill>
                  <a:srgbClr val="171717"/>
                </a:solidFill>
                <a:latin typeface="Segoe UI"/>
                <a:cs typeface="Segoe UI"/>
              </a:rPr>
              <a:t> </a:t>
            </a:r>
            <a:r>
              <a:rPr lang="fr-FR" dirty="0">
                <a:solidFill>
                  <a:srgbClr val="171717"/>
                </a:solidFill>
                <a:latin typeface="Segoe UI"/>
                <a:cs typeface="Segoe UI"/>
              </a:rPr>
              <a:t>et</a:t>
            </a:r>
            <a:r>
              <a:rPr lang="fr-FR" spc="-55" dirty="0">
                <a:solidFill>
                  <a:srgbClr val="171717"/>
                </a:solidFill>
                <a:latin typeface="Segoe UI"/>
                <a:cs typeface="Segoe UI"/>
              </a:rPr>
              <a:t> </a:t>
            </a:r>
            <a:r>
              <a:rPr lang="fr-FR" dirty="0">
                <a:solidFill>
                  <a:srgbClr val="171717"/>
                </a:solidFill>
                <a:latin typeface="Segoe UI"/>
                <a:cs typeface="Segoe UI"/>
              </a:rPr>
              <a:t>offrant</a:t>
            </a:r>
            <a:r>
              <a:rPr lang="fr-FR" spc="-60" dirty="0">
                <a:solidFill>
                  <a:srgbClr val="171717"/>
                </a:solidFill>
                <a:latin typeface="Segoe UI"/>
                <a:cs typeface="Segoe UI"/>
              </a:rPr>
              <a:t> </a:t>
            </a:r>
            <a:r>
              <a:rPr lang="fr-FR" dirty="0">
                <a:solidFill>
                  <a:srgbClr val="171717"/>
                </a:solidFill>
                <a:latin typeface="Segoe UI"/>
                <a:cs typeface="Segoe UI"/>
              </a:rPr>
              <a:t>la</a:t>
            </a:r>
            <a:r>
              <a:rPr lang="fr-FR" spc="-50" dirty="0">
                <a:solidFill>
                  <a:srgbClr val="171717"/>
                </a:solidFill>
                <a:latin typeface="Segoe UI"/>
                <a:cs typeface="Segoe UI"/>
              </a:rPr>
              <a:t> </a:t>
            </a:r>
            <a:r>
              <a:rPr lang="fr-FR" dirty="0">
                <a:solidFill>
                  <a:srgbClr val="171717"/>
                </a:solidFill>
                <a:latin typeface="Segoe UI"/>
                <a:cs typeface="Segoe UI"/>
              </a:rPr>
              <a:t>durabilité</a:t>
            </a:r>
            <a:r>
              <a:rPr lang="fr-FR" spc="-30" dirty="0">
                <a:solidFill>
                  <a:srgbClr val="171717"/>
                </a:solidFill>
                <a:latin typeface="Segoe UI"/>
                <a:cs typeface="Segoe UI"/>
              </a:rPr>
              <a:t> </a:t>
            </a:r>
            <a:r>
              <a:rPr lang="fr-FR" dirty="0">
                <a:solidFill>
                  <a:srgbClr val="171717"/>
                </a:solidFill>
                <a:latin typeface="Segoe UI"/>
                <a:cs typeface="Segoe UI"/>
              </a:rPr>
              <a:t>la</a:t>
            </a:r>
            <a:r>
              <a:rPr lang="fr-FR" spc="-55" dirty="0">
                <a:solidFill>
                  <a:srgbClr val="171717"/>
                </a:solidFill>
                <a:latin typeface="Segoe UI"/>
                <a:cs typeface="Segoe UI"/>
              </a:rPr>
              <a:t> </a:t>
            </a:r>
            <a:r>
              <a:rPr lang="fr-FR" dirty="0">
                <a:solidFill>
                  <a:srgbClr val="171717"/>
                </a:solidFill>
                <a:latin typeface="Segoe UI"/>
                <a:cs typeface="Segoe UI"/>
              </a:rPr>
              <a:t>plus</a:t>
            </a:r>
            <a:r>
              <a:rPr lang="fr-FR" spc="-35" dirty="0">
                <a:solidFill>
                  <a:srgbClr val="171717"/>
                </a:solidFill>
                <a:latin typeface="Segoe UI"/>
                <a:cs typeface="Segoe UI"/>
              </a:rPr>
              <a:t> </a:t>
            </a:r>
            <a:r>
              <a:rPr lang="fr-FR" dirty="0">
                <a:solidFill>
                  <a:srgbClr val="171717"/>
                </a:solidFill>
                <a:latin typeface="Segoe UI"/>
                <a:cs typeface="Segoe UI"/>
              </a:rPr>
              <a:t>faible</a:t>
            </a:r>
            <a:r>
              <a:rPr lang="fr-FR" spc="-50" dirty="0">
                <a:solidFill>
                  <a:srgbClr val="171717"/>
                </a:solidFill>
                <a:latin typeface="Segoe UI"/>
                <a:cs typeface="Segoe UI"/>
              </a:rPr>
              <a:t> </a:t>
            </a:r>
            <a:r>
              <a:rPr lang="fr-FR" spc="-25" dirty="0">
                <a:solidFill>
                  <a:srgbClr val="171717"/>
                </a:solidFill>
                <a:latin typeface="Segoe UI"/>
                <a:cs typeface="Segoe UI"/>
              </a:rPr>
              <a:t>en </a:t>
            </a:r>
            <a:r>
              <a:rPr lang="fr-FR" spc="-10" dirty="0">
                <a:solidFill>
                  <a:srgbClr val="171717"/>
                </a:solidFill>
                <a:latin typeface="Segoe UI"/>
                <a:cs typeface="Segoe UI"/>
              </a:rPr>
              <a:t>comparaison</a:t>
            </a:r>
            <a:r>
              <a:rPr lang="fr-FR" spc="-20" dirty="0">
                <a:solidFill>
                  <a:srgbClr val="171717"/>
                </a:solidFill>
                <a:latin typeface="Segoe UI"/>
                <a:cs typeface="Segoe UI"/>
              </a:rPr>
              <a:t> </a:t>
            </a:r>
            <a:r>
              <a:rPr lang="fr-FR" dirty="0">
                <a:solidFill>
                  <a:srgbClr val="171717"/>
                </a:solidFill>
                <a:latin typeface="Segoe UI"/>
                <a:cs typeface="Segoe UI"/>
              </a:rPr>
              <a:t>des</a:t>
            </a:r>
            <a:r>
              <a:rPr lang="fr-FR" spc="-35" dirty="0">
                <a:solidFill>
                  <a:srgbClr val="171717"/>
                </a:solidFill>
                <a:latin typeface="Segoe UI"/>
                <a:cs typeface="Segoe UI"/>
              </a:rPr>
              <a:t> </a:t>
            </a:r>
            <a:r>
              <a:rPr lang="fr-FR" dirty="0">
                <a:solidFill>
                  <a:srgbClr val="171717"/>
                </a:solidFill>
                <a:latin typeface="Segoe UI"/>
                <a:cs typeface="Segoe UI"/>
              </a:rPr>
              <a:t>autres</a:t>
            </a:r>
            <a:r>
              <a:rPr lang="fr-FR" spc="-35" dirty="0">
                <a:solidFill>
                  <a:srgbClr val="171717"/>
                </a:solidFill>
                <a:latin typeface="Segoe UI"/>
                <a:cs typeface="Segoe UI"/>
              </a:rPr>
              <a:t> </a:t>
            </a:r>
            <a:r>
              <a:rPr lang="fr-FR" spc="-10" dirty="0">
                <a:solidFill>
                  <a:srgbClr val="171717"/>
                </a:solidFill>
                <a:latin typeface="Segoe UI"/>
                <a:cs typeface="Segoe UI"/>
              </a:rPr>
              <a:t>options.</a:t>
            </a:r>
          </a:p>
          <a:p>
            <a:pPr algn="just">
              <a:lnSpc>
                <a:spcPct val="100000"/>
              </a:lnSpc>
              <a:spcBef>
                <a:spcPts val="1925"/>
              </a:spcBef>
              <a:buFontTx/>
              <a:buChar char="-"/>
            </a:pPr>
            <a:r>
              <a:rPr lang="fr-FR" spc="-20" dirty="0">
                <a:solidFill>
                  <a:srgbClr val="171717"/>
                </a:solidFill>
                <a:latin typeface="Segoe UI"/>
                <a:cs typeface="Segoe UI"/>
              </a:rPr>
              <a:t>Toutefois,</a:t>
            </a:r>
            <a:r>
              <a:rPr lang="fr-FR" spc="-40" dirty="0">
                <a:solidFill>
                  <a:srgbClr val="171717"/>
                </a:solidFill>
                <a:latin typeface="Segoe UI"/>
                <a:cs typeface="Segoe UI"/>
              </a:rPr>
              <a:t> </a:t>
            </a:r>
            <a:r>
              <a:rPr lang="fr-FR" dirty="0">
                <a:solidFill>
                  <a:srgbClr val="171717"/>
                </a:solidFill>
                <a:latin typeface="Segoe UI"/>
                <a:cs typeface="Segoe UI"/>
              </a:rPr>
              <a:t>si</a:t>
            </a:r>
            <a:r>
              <a:rPr lang="fr-FR" spc="-45" dirty="0">
                <a:solidFill>
                  <a:srgbClr val="171717"/>
                </a:solidFill>
                <a:latin typeface="Segoe UI"/>
                <a:cs typeface="Segoe UI"/>
              </a:rPr>
              <a:t> </a:t>
            </a:r>
            <a:r>
              <a:rPr lang="fr-FR" dirty="0">
                <a:solidFill>
                  <a:srgbClr val="171717"/>
                </a:solidFill>
                <a:latin typeface="Segoe UI"/>
                <a:cs typeface="Segoe UI"/>
              </a:rPr>
              <a:t>un</a:t>
            </a:r>
            <a:r>
              <a:rPr lang="fr-FR" spc="-50" dirty="0">
                <a:solidFill>
                  <a:srgbClr val="171717"/>
                </a:solidFill>
                <a:latin typeface="Segoe UI"/>
                <a:cs typeface="Segoe UI"/>
              </a:rPr>
              <a:t> </a:t>
            </a:r>
            <a:r>
              <a:rPr lang="fr-FR" dirty="0">
                <a:solidFill>
                  <a:srgbClr val="171717"/>
                </a:solidFill>
                <a:latin typeface="Segoe UI"/>
                <a:cs typeface="Segoe UI"/>
              </a:rPr>
              <a:t>sinistre</a:t>
            </a:r>
            <a:r>
              <a:rPr lang="fr-FR" spc="-25" dirty="0">
                <a:solidFill>
                  <a:srgbClr val="171717"/>
                </a:solidFill>
                <a:latin typeface="Segoe UI"/>
                <a:cs typeface="Segoe UI"/>
              </a:rPr>
              <a:t> </a:t>
            </a:r>
            <a:r>
              <a:rPr lang="fr-FR" dirty="0">
                <a:solidFill>
                  <a:srgbClr val="171717"/>
                </a:solidFill>
                <a:latin typeface="Segoe UI"/>
                <a:cs typeface="Segoe UI"/>
              </a:rPr>
              <a:t>se</a:t>
            </a:r>
            <a:r>
              <a:rPr lang="fr-FR" spc="-50" dirty="0">
                <a:solidFill>
                  <a:srgbClr val="171717"/>
                </a:solidFill>
                <a:latin typeface="Segoe UI"/>
                <a:cs typeface="Segoe UI"/>
              </a:rPr>
              <a:t> </a:t>
            </a:r>
            <a:r>
              <a:rPr lang="fr-FR" dirty="0">
                <a:solidFill>
                  <a:srgbClr val="171717"/>
                </a:solidFill>
                <a:latin typeface="Segoe UI"/>
                <a:cs typeface="Segoe UI"/>
              </a:rPr>
              <a:t>produit</a:t>
            </a:r>
            <a:r>
              <a:rPr lang="fr-FR" spc="-30" dirty="0">
                <a:solidFill>
                  <a:srgbClr val="171717"/>
                </a:solidFill>
                <a:latin typeface="Segoe UI"/>
                <a:cs typeface="Segoe UI"/>
              </a:rPr>
              <a:t> </a:t>
            </a:r>
            <a:r>
              <a:rPr lang="fr-FR" dirty="0">
                <a:solidFill>
                  <a:srgbClr val="171717"/>
                </a:solidFill>
                <a:latin typeface="Segoe UI"/>
                <a:cs typeface="Segoe UI"/>
              </a:rPr>
              <a:t>à</a:t>
            </a:r>
            <a:r>
              <a:rPr lang="fr-FR" spc="-40" dirty="0">
                <a:solidFill>
                  <a:srgbClr val="171717"/>
                </a:solidFill>
                <a:latin typeface="Segoe UI"/>
                <a:cs typeface="Segoe UI"/>
              </a:rPr>
              <a:t> </a:t>
            </a:r>
            <a:r>
              <a:rPr lang="fr-FR" dirty="0">
                <a:solidFill>
                  <a:srgbClr val="171717"/>
                </a:solidFill>
                <a:latin typeface="Segoe UI"/>
                <a:cs typeface="Segoe UI"/>
              </a:rPr>
              <a:t>l’intérieur</a:t>
            </a:r>
            <a:r>
              <a:rPr lang="fr-FR" spc="-30" dirty="0">
                <a:solidFill>
                  <a:srgbClr val="171717"/>
                </a:solidFill>
                <a:latin typeface="Segoe UI"/>
                <a:cs typeface="Segoe UI"/>
              </a:rPr>
              <a:t> </a:t>
            </a:r>
            <a:r>
              <a:rPr lang="fr-FR" dirty="0">
                <a:solidFill>
                  <a:srgbClr val="171717"/>
                </a:solidFill>
                <a:latin typeface="Segoe UI"/>
                <a:cs typeface="Segoe UI"/>
              </a:rPr>
              <a:t>du</a:t>
            </a:r>
            <a:r>
              <a:rPr lang="fr-FR" spc="-50" dirty="0">
                <a:solidFill>
                  <a:srgbClr val="171717"/>
                </a:solidFill>
                <a:latin typeface="Segoe UI"/>
                <a:cs typeface="Segoe UI"/>
              </a:rPr>
              <a:t> </a:t>
            </a:r>
            <a:r>
              <a:rPr lang="fr-FR" dirty="0">
                <a:solidFill>
                  <a:srgbClr val="171717"/>
                </a:solidFill>
                <a:latin typeface="Segoe UI"/>
                <a:cs typeface="Segoe UI"/>
              </a:rPr>
              <a:t>centre</a:t>
            </a:r>
            <a:r>
              <a:rPr lang="fr-FR" spc="-35" dirty="0">
                <a:solidFill>
                  <a:srgbClr val="171717"/>
                </a:solidFill>
                <a:latin typeface="Segoe UI"/>
                <a:cs typeface="Segoe UI"/>
              </a:rPr>
              <a:t> </a:t>
            </a:r>
            <a:r>
              <a:rPr lang="fr-FR" dirty="0">
                <a:solidFill>
                  <a:srgbClr val="171717"/>
                </a:solidFill>
                <a:latin typeface="Segoe UI"/>
                <a:cs typeface="Segoe UI"/>
              </a:rPr>
              <a:t>de</a:t>
            </a:r>
            <a:r>
              <a:rPr lang="fr-FR" spc="-40" dirty="0">
                <a:solidFill>
                  <a:srgbClr val="171717"/>
                </a:solidFill>
                <a:latin typeface="Segoe UI"/>
                <a:cs typeface="Segoe UI"/>
              </a:rPr>
              <a:t> </a:t>
            </a:r>
            <a:r>
              <a:rPr lang="fr-FR" dirty="0">
                <a:solidFill>
                  <a:srgbClr val="171717"/>
                </a:solidFill>
                <a:latin typeface="Segoe UI"/>
                <a:cs typeface="Segoe UI"/>
              </a:rPr>
              <a:t>données,</a:t>
            </a:r>
            <a:r>
              <a:rPr lang="fr-FR" spc="-50" dirty="0">
                <a:solidFill>
                  <a:srgbClr val="171717"/>
                </a:solidFill>
                <a:latin typeface="Segoe UI"/>
                <a:cs typeface="Segoe UI"/>
              </a:rPr>
              <a:t> </a:t>
            </a:r>
            <a:r>
              <a:rPr lang="fr-FR" dirty="0">
                <a:solidFill>
                  <a:srgbClr val="171717"/>
                </a:solidFill>
                <a:latin typeface="Segoe UI"/>
                <a:cs typeface="Segoe UI"/>
              </a:rPr>
              <a:t>tous</a:t>
            </a:r>
            <a:r>
              <a:rPr lang="fr-FR" spc="-45" dirty="0">
                <a:solidFill>
                  <a:srgbClr val="171717"/>
                </a:solidFill>
                <a:latin typeface="Segoe UI"/>
                <a:cs typeface="Segoe UI"/>
              </a:rPr>
              <a:t> </a:t>
            </a:r>
            <a:r>
              <a:rPr lang="fr-FR" dirty="0">
                <a:solidFill>
                  <a:srgbClr val="171717"/>
                </a:solidFill>
                <a:latin typeface="Segoe UI"/>
                <a:cs typeface="Segoe UI"/>
              </a:rPr>
              <a:t>les</a:t>
            </a:r>
            <a:r>
              <a:rPr lang="fr-FR" spc="-40" dirty="0">
                <a:solidFill>
                  <a:srgbClr val="171717"/>
                </a:solidFill>
                <a:latin typeface="Segoe UI"/>
                <a:cs typeface="Segoe UI"/>
              </a:rPr>
              <a:t> </a:t>
            </a:r>
            <a:r>
              <a:rPr lang="fr-FR" dirty="0">
                <a:solidFill>
                  <a:srgbClr val="171717"/>
                </a:solidFill>
                <a:latin typeface="Segoe UI"/>
                <a:cs typeface="Segoe UI"/>
              </a:rPr>
              <a:t>réplicas</a:t>
            </a:r>
            <a:r>
              <a:rPr lang="fr-FR" spc="-35" dirty="0">
                <a:solidFill>
                  <a:srgbClr val="171717"/>
                </a:solidFill>
                <a:latin typeface="Segoe UI"/>
                <a:cs typeface="Segoe UI"/>
              </a:rPr>
              <a:t> </a:t>
            </a:r>
            <a:r>
              <a:rPr lang="fr-FR" dirty="0">
                <a:solidFill>
                  <a:srgbClr val="171717"/>
                </a:solidFill>
                <a:latin typeface="Segoe UI"/>
                <a:cs typeface="Segoe UI"/>
              </a:rPr>
              <a:t>d’un</a:t>
            </a:r>
            <a:r>
              <a:rPr lang="fr-FR" spc="-45" dirty="0">
                <a:solidFill>
                  <a:srgbClr val="171717"/>
                </a:solidFill>
                <a:latin typeface="Segoe UI"/>
                <a:cs typeface="Segoe UI"/>
              </a:rPr>
              <a:t> </a:t>
            </a:r>
            <a:r>
              <a:rPr lang="fr-FR" dirty="0">
                <a:solidFill>
                  <a:srgbClr val="171717"/>
                </a:solidFill>
                <a:latin typeface="Segoe UI"/>
                <a:cs typeface="Segoe UI"/>
              </a:rPr>
              <a:t>compte</a:t>
            </a:r>
            <a:r>
              <a:rPr lang="fr-FR" spc="-50" dirty="0">
                <a:solidFill>
                  <a:srgbClr val="171717"/>
                </a:solidFill>
                <a:latin typeface="Segoe UI"/>
                <a:cs typeface="Segoe UI"/>
              </a:rPr>
              <a:t> </a:t>
            </a:r>
            <a:r>
              <a:rPr lang="fr-FR" dirty="0">
                <a:solidFill>
                  <a:srgbClr val="171717"/>
                </a:solidFill>
                <a:latin typeface="Segoe UI"/>
                <a:cs typeface="Segoe UI"/>
              </a:rPr>
              <a:t>de</a:t>
            </a:r>
            <a:r>
              <a:rPr lang="fr-FR" spc="-35" dirty="0">
                <a:solidFill>
                  <a:srgbClr val="171717"/>
                </a:solidFill>
                <a:latin typeface="Segoe UI"/>
                <a:cs typeface="Segoe UI"/>
              </a:rPr>
              <a:t> </a:t>
            </a:r>
            <a:r>
              <a:rPr lang="fr-FR" dirty="0">
                <a:solidFill>
                  <a:srgbClr val="171717"/>
                </a:solidFill>
                <a:latin typeface="Segoe UI"/>
                <a:cs typeface="Segoe UI"/>
              </a:rPr>
              <a:t>stockage</a:t>
            </a:r>
            <a:r>
              <a:rPr lang="fr-FR" spc="-40" dirty="0">
                <a:solidFill>
                  <a:srgbClr val="171717"/>
                </a:solidFill>
                <a:latin typeface="Segoe UI"/>
                <a:cs typeface="Segoe UI"/>
              </a:rPr>
              <a:t> </a:t>
            </a:r>
            <a:r>
              <a:rPr lang="fr-FR" spc="-10" dirty="0">
                <a:solidFill>
                  <a:srgbClr val="171717"/>
                </a:solidFill>
                <a:latin typeface="Segoe UI"/>
                <a:cs typeface="Segoe UI"/>
              </a:rPr>
              <a:t>utilisant </a:t>
            </a:r>
            <a:r>
              <a:rPr lang="fr-FR" dirty="0">
                <a:solidFill>
                  <a:srgbClr val="171717"/>
                </a:solidFill>
                <a:latin typeface="Segoe UI"/>
                <a:cs typeface="Segoe UI"/>
              </a:rPr>
              <a:t>un</a:t>
            </a:r>
            <a:r>
              <a:rPr lang="fr-FR" spc="-60" dirty="0">
                <a:solidFill>
                  <a:srgbClr val="171717"/>
                </a:solidFill>
                <a:latin typeface="Segoe UI"/>
                <a:cs typeface="Segoe UI"/>
              </a:rPr>
              <a:t> </a:t>
            </a:r>
            <a:r>
              <a:rPr lang="fr-FR" dirty="0">
                <a:solidFill>
                  <a:srgbClr val="171717"/>
                </a:solidFill>
                <a:latin typeface="Segoe UI"/>
                <a:cs typeface="Segoe UI"/>
              </a:rPr>
              <a:t>stockage</a:t>
            </a:r>
            <a:r>
              <a:rPr lang="fr-FR" spc="-35" dirty="0">
                <a:solidFill>
                  <a:srgbClr val="171717"/>
                </a:solidFill>
                <a:latin typeface="Segoe UI"/>
                <a:cs typeface="Segoe UI"/>
              </a:rPr>
              <a:t> </a:t>
            </a:r>
            <a:r>
              <a:rPr lang="fr-FR" dirty="0">
                <a:solidFill>
                  <a:srgbClr val="171717"/>
                </a:solidFill>
                <a:latin typeface="Segoe UI"/>
                <a:cs typeface="Segoe UI"/>
              </a:rPr>
              <a:t>localement</a:t>
            </a:r>
            <a:r>
              <a:rPr lang="fr-FR" spc="-60" dirty="0">
                <a:solidFill>
                  <a:srgbClr val="171717"/>
                </a:solidFill>
                <a:latin typeface="Segoe UI"/>
                <a:cs typeface="Segoe UI"/>
              </a:rPr>
              <a:t> </a:t>
            </a:r>
            <a:r>
              <a:rPr lang="fr-FR" dirty="0">
                <a:solidFill>
                  <a:srgbClr val="171717"/>
                </a:solidFill>
                <a:latin typeface="Segoe UI"/>
                <a:cs typeface="Segoe UI"/>
              </a:rPr>
              <a:t>redondant</a:t>
            </a:r>
            <a:r>
              <a:rPr lang="fr-FR" spc="-50" dirty="0">
                <a:solidFill>
                  <a:srgbClr val="171717"/>
                </a:solidFill>
                <a:latin typeface="Segoe UI"/>
                <a:cs typeface="Segoe UI"/>
              </a:rPr>
              <a:t> </a:t>
            </a:r>
            <a:r>
              <a:rPr lang="fr-FR" dirty="0">
                <a:solidFill>
                  <a:srgbClr val="171717"/>
                </a:solidFill>
                <a:latin typeface="Segoe UI"/>
                <a:cs typeface="Segoe UI"/>
              </a:rPr>
              <a:t>risquent</a:t>
            </a:r>
            <a:r>
              <a:rPr lang="fr-FR" spc="-40" dirty="0">
                <a:solidFill>
                  <a:srgbClr val="171717"/>
                </a:solidFill>
                <a:latin typeface="Segoe UI"/>
                <a:cs typeface="Segoe UI"/>
              </a:rPr>
              <a:t> </a:t>
            </a:r>
            <a:r>
              <a:rPr lang="fr-FR" dirty="0">
                <a:solidFill>
                  <a:srgbClr val="171717"/>
                </a:solidFill>
                <a:latin typeface="Segoe UI"/>
                <a:cs typeface="Segoe UI"/>
              </a:rPr>
              <a:t>d’être</a:t>
            </a:r>
            <a:r>
              <a:rPr lang="fr-FR" spc="-40" dirty="0">
                <a:solidFill>
                  <a:srgbClr val="171717"/>
                </a:solidFill>
                <a:latin typeface="Segoe UI"/>
                <a:cs typeface="Segoe UI"/>
              </a:rPr>
              <a:t> </a:t>
            </a:r>
            <a:r>
              <a:rPr lang="fr-FR" dirty="0">
                <a:solidFill>
                  <a:srgbClr val="171717"/>
                </a:solidFill>
                <a:latin typeface="Segoe UI"/>
                <a:cs typeface="Segoe UI"/>
              </a:rPr>
              <a:t>perdus</a:t>
            </a:r>
            <a:r>
              <a:rPr lang="fr-FR" spc="-40" dirty="0">
                <a:solidFill>
                  <a:srgbClr val="171717"/>
                </a:solidFill>
                <a:latin typeface="Segoe UI"/>
                <a:cs typeface="Segoe UI"/>
              </a:rPr>
              <a:t> </a:t>
            </a:r>
            <a:r>
              <a:rPr lang="fr-FR" dirty="0">
                <a:solidFill>
                  <a:srgbClr val="171717"/>
                </a:solidFill>
                <a:latin typeface="Segoe UI"/>
                <a:cs typeface="Segoe UI"/>
              </a:rPr>
              <a:t>ou</a:t>
            </a:r>
            <a:r>
              <a:rPr lang="fr-FR" spc="-50" dirty="0">
                <a:solidFill>
                  <a:srgbClr val="171717"/>
                </a:solidFill>
                <a:latin typeface="Segoe UI"/>
                <a:cs typeface="Segoe UI"/>
              </a:rPr>
              <a:t> </a:t>
            </a:r>
            <a:r>
              <a:rPr lang="fr-FR" spc="-10" dirty="0">
                <a:solidFill>
                  <a:srgbClr val="171717"/>
                </a:solidFill>
                <a:latin typeface="Segoe UI"/>
                <a:cs typeface="Segoe UI"/>
              </a:rPr>
              <a:t>irrécupérables.</a:t>
            </a:r>
            <a:r>
              <a:rPr lang="fr-FR" spc="-15" dirty="0">
                <a:solidFill>
                  <a:srgbClr val="171717"/>
                </a:solidFill>
                <a:latin typeface="Segoe UI"/>
                <a:cs typeface="Segoe UI"/>
              </a:rPr>
              <a:t> </a:t>
            </a:r>
          </a:p>
          <a:p>
            <a:pPr algn="just">
              <a:lnSpc>
                <a:spcPct val="100000"/>
              </a:lnSpc>
              <a:spcBef>
                <a:spcPts val="1925"/>
              </a:spcBef>
              <a:buFontTx/>
              <a:buChar char="-"/>
            </a:pPr>
            <a:r>
              <a:rPr lang="fr-FR" dirty="0">
                <a:solidFill>
                  <a:srgbClr val="171717"/>
                </a:solidFill>
                <a:latin typeface="Segoe UI"/>
                <a:cs typeface="Segoe UI"/>
              </a:rPr>
              <a:t>Pour</a:t>
            </a:r>
            <a:r>
              <a:rPr lang="fr-FR" spc="-35" dirty="0">
                <a:solidFill>
                  <a:srgbClr val="171717"/>
                </a:solidFill>
                <a:latin typeface="Segoe UI"/>
                <a:cs typeface="Segoe UI"/>
              </a:rPr>
              <a:t> </a:t>
            </a:r>
            <a:r>
              <a:rPr lang="fr-FR" dirty="0">
                <a:solidFill>
                  <a:srgbClr val="171717"/>
                </a:solidFill>
                <a:latin typeface="Segoe UI"/>
                <a:cs typeface="Segoe UI"/>
              </a:rPr>
              <a:t>atténuer</a:t>
            </a:r>
            <a:r>
              <a:rPr lang="fr-FR" spc="-60" dirty="0">
                <a:solidFill>
                  <a:srgbClr val="171717"/>
                </a:solidFill>
                <a:latin typeface="Segoe UI"/>
                <a:cs typeface="Segoe UI"/>
              </a:rPr>
              <a:t> </a:t>
            </a:r>
            <a:r>
              <a:rPr lang="fr-FR" dirty="0">
                <a:solidFill>
                  <a:srgbClr val="171717"/>
                </a:solidFill>
                <a:latin typeface="Segoe UI"/>
                <a:cs typeface="Segoe UI"/>
              </a:rPr>
              <a:t>ce</a:t>
            </a:r>
            <a:r>
              <a:rPr lang="fr-FR" spc="-40" dirty="0">
                <a:solidFill>
                  <a:srgbClr val="171717"/>
                </a:solidFill>
                <a:latin typeface="Segoe UI"/>
                <a:cs typeface="Segoe UI"/>
              </a:rPr>
              <a:t> </a:t>
            </a:r>
            <a:r>
              <a:rPr lang="fr-FR" dirty="0">
                <a:solidFill>
                  <a:srgbClr val="171717"/>
                </a:solidFill>
                <a:latin typeface="Segoe UI"/>
                <a:cs typeface="Segoe UI"/>
              </a:rPr>
              <a:t>risque,</a:t>
            </a:r>
            <a:r>
              <a:rPr lang="fr-FR" spc="-30" dirty="0">
                <a:solidFill>
                  <a:srgbClr val="171717"/>
                </a:solidFill>
                <a:latin typeface="Segoe UI"/>
                <a:cs typeface="Segoe UI"/>
              </a:rPr>
              <a:t> </a:t>
            </a:r>
            <a:r>
              <a:rPr lang="fr-FR" spc="-10" dirty="0">
                <a:solidFill>
                  <a:srgbClr val="171717"/>
                </a:solidFill>
                <a:latin typeface="Segoe UI"/>
                <a:cs typeface="Segoe UI"/>
              </a:rPr>
              <a:t>Microsoft </a:t>
            </a:r>
            <a:r>
              <a:rPr lang="fr-FR" dirty="0">
                <a:solidFill>
                  <a:srgbClr val="171717"/>
                </a:solidFill>
                <a:latin typeface="Segoe UI"/>
                <a:cs typeface="Segoe UI"/>
              </a:rPr>
              <a:t>recommande</a:t>
            </a:r>
            <a:r>
              <a:rPr lang="fr-FR" spc="-50" dirty="0">
                <a:solidFill>
                  <a:srgbClr val="171717"/>
                </a:solidFill>
                <a:latin typeface="Segoe UI"/>
                <a:cs typeface="Segoe UI"/>
              </a:rPr>
              <a:t> </a:t>
            </a:r>
            <a:r>
              <a:rPr lang="fr-FR" dirty="0">
                <a:solidFill>
                  <a:srgbClr val="171717"/>
                </a:solidFill>
                <a:latin typeface="Segoe UI"/>
                <a:cs typeface="Segoe UI"/>
              </a:rPr>
              <a:t>d’utiliser</a:t>
            </a:r>
            <a:r>
              <a:rPr lang="fr-FR" spc="-40" dirty="0">
                <a:solidFill>
                  <a:srgbClr val="171717"/>
                </a:solidFill>
                <a:latin typeface="Segoe UI"/>
                <a:cs typeface="Segoe UI"/>
              </a:rPr>
              <a:t> </a:t>
            </a:r>
            <a:r>
              <a:rPr lang="fr-FR" dirty="0">
                <a:solidFill>
                  <a:srgbClr val="171717"/>
                </a:solidFill>
                <a:latin typeface="Segoe UI"/>
                <a:cs typeface="Segoe UI"/>
              </a:rPr>
              <a:t>le</a:t>
            </a:r>
            <a:r>
              <a:rPr lang="fr-FR" spc="-45" dirty="0">
                <a:solidFill>
                  <a:srgbClr val="171717"/>
                </a:solidFill>
                <a:latin typeface="Segoe UI"/>
                <a:cs typeface="Segoe UI"/>
              </a:rPr>
              <a:t> </a:t>
            </a:r>
            <a:r>
              <a:rPr lang="fr-FR" dirty="0">
                <a:solidFill>
                  <a:srgbClr val="171717"/>
                </a:solidFill>
                <a:latin typeface="Segoe UI"/>
                <a:cs typeface="Segoe UI"/>
              </a:rPr>
              <a:t>stockage</a:t>
            </a:r>
            <a:r>
              <a:rPr lang="fr-FR" spc="-50" dirty="0">
                <a:solidFill>
                  <a:srgbClr val="171717"/>
                </a:solidFill>
                <a:latin typeface="Segoe UI"/>
                <a:cs typeface="Segoe UI"/>
              </a:rPr>
              <a:t> </a:t>
            </a:r>
            <a:r>
              <a:rPr lang="fr-FR" dirty="0">
                <a:solidFill>
                  <a:srgbClr val="171717"/>
                </a:solidFill>
                <a:latin typeface="Segoe UI"/>
                <a:cs typeface="Segoe UI"/>
              </a:rPr>
              <a:t>redondant</a:t>
            </a:r>
            <a:r>
              <a:rPr lang="fr-FR" spc="-55" dirty="0">
                <a:solidFill>
                  <a:srgbClr val="171717"/>
                </a:solidFill>
                <a:latin typeface="Segoe UI"/>
                <a:cs typeface="Segoe UI"/>
              </a:rPr>
              <a:t> </a:t>
            </a:r>
            <a:r>
              <a:rPr lang="fr-FR" dirty="0">
                <a:solidFill>
                  <a:srgbClr val="171717"/>
                </a:solidFill>
                <a:latin typeface="Segoe UI"/>
                <a:cs typeface="Segoe UI"/>
              </a:rPr>
              <a:t>interzone</a:t>
            </a:r>
            <a:r>
              <a:rPr lang="fr-FR" spc="-45" dirty="0">
                <a:solidFill>
                  <a:srgbClr val="171717"/>
                </a:solidFill>
                <a:latin typeface="Segoe UI"/>
                <a:cs typeface="Segoe UI"/>
              </a:rPr>
              <a:t> </a:t>
            </a:r>
            <a:r>
              <a:rPr lang="fr-FR" dirty="0">
                <a:solidFill>
                  <a:srgbClr val="171717"/>
                </a:solidFill>
                <a:latin typeface="Segoe UI"/>
                <a:cs typeface="Segoe UI"/>
              </a:rPr>
              <a:t>(ZRS),</a:t>
            </a:r>
            <a:r>
              <a:rPr lang="fr-FR" spc="-35" dirty="0">
                <a:solidFill>
                  <a:srgbClr val="171717"/>
                </a:solidFill>
                <a:latin typeface="Segoe UI"/>
                <a:cs typeface="Segoe UI"/>
              </a:rPr>
              <a:t> </a:t>
            </a:r>
            <a:r>
              <a:rPr lang="fr-FR" dirty="0">
                <a:solidFill>
                  <a:srgbClr val="171717"/>
                </a:solidFill>
                <a:latin typeface="Segoe UI"/>
                <a:cs typeface="Segoe UI"/>
              </a:rPr>
              <a:t>le</a:t>
            </a:r>
            <a:r>
              <a:rPr lang="fr-FR" spc="-45" dirty="0">
                <a:solidFill>
                  <a:srgbClr val="171717"/>
                </a:solidFill>
                <a:latin typeface="Segoe UI"/>
                <a:cs typeface="Segoe UI"/>
              </a:rPr>
              <a:t> </a:t>
            </a:r>
            <a:r>
              <a:rPr lang="fr-FR" dirty="0">
                <a:solidFill>
                  <a:srgbClr val="171717"/>
                </a:solidFill>
                <a:latin typeface="Segoe UI"/>
                <a:cs typeface="Segoe UI"/>
              </a:rPr>
              <a:t>stockage</a:t>
            </a:r>
            <a:r>
              <a:rPr lang="fr-FR" spc="-10" dirty="0">
                <a:solidFill>
                  <a:srgbClr val="171717"/>
                </a:solidFill>
                <a:latin typeface="Segoe UI"/>
                <a:cs typeface="Segoe UI"/>
              </a:rPr>
              <a:t> </a:t>
            </a:r>
            <a:r>
              <a:rPr lang="fr-FR" dirty="0" err="1">
                <a:solidFill>
                  <a:srgbClr val="171717"/>
                </a:solidFill>
                <a:latin typeface="Segoe UI"/>
                <a:cs typeface="Segoe UI"/>
              </a:rPr>
              <a:t>géoredondant</a:t>
            </a:r>
            <a:r>
              <a:rPr lang="fr-FR" spc="-50" dirty="0">
                <a:solidFill>
                  <a:srgbClr val="171717"/>
                </a:solidFill>
                <a:latin typeface="Segoe UI"/>
                <a:cs typeface="Segoe UI"/>
              </a:rPr>
              <a:t> </a:t>
            </a:r>
            <a:r>
              <a:rPr lang="fr-FR" dirty="0">
                <a:solidFill>
                  <a:srgbClr val="171717"/>
                </a:solidFill>
                <a:latin typeface="Segoe UI"/>
                <a:cs typeface="Segoe UI"/>
              </a:rPr>
              <a:t>(GRS)</a:t>
            </a:r>
            <a:r>
              <a:rPr lang="fr-FR" spc="-25" dirty="0">
                <a:solidFill>
                  <a:srgbClr val="171717"/>
                </a:solidFill>
                <a:latin typeface="Segoe UI"/>
                <a:cs typeface="Segoe UI"/>
              </a:rPr>
              <a:t> </a:t>
            </a:r>
            <a:r>
              <a:rPr lang="fr-FR" dirty="0">
                <a:solidFill>
                  <a:srgbClr val="171717"/>
                </a:solidFill>
                <a:latin typeface="Segoe UI"/>
                <a:cs typeface="Segoe UI"/>
              </a:rPr>
              <a:t>ou</a:t>
            </a:r>
            <a:r>
              <a:rPr lang="fr-FR" spc="-60" dirty="0">
                <a:solidFill>
                  <a:srgbClr val="171717"/>
                </a:solidFill>
                <a:latin typeface="Segoe UI"/>
                <a:cs typeface="Segoe UI"/>
              </a:rPr>
              <a:t> </a:t>
            </a:r>
            <a:r>
              <a:rPr lang="fr-FR" dirty="0">
                <a:solidFill>
                  <a:srgbClr val="171717"/>
                </a:solidFill>
                <a:latin typeface="Segoe UI"/>
                <a:cs typeface="Segoe UI"/>
              </a:rPr>
              <a:t>le</a:t>
            </a:r>
            <a:r>
              <a:rPr lang="fr-FR" spc="-50" dirty="0">
                <a:solidFill>
                  <a:srgbClr val="171717"/>
                </a:solidFill>
                <a:latin typeface="Segoe UI"/>
                <a:cs typeface="Segoe UI"/>
              </a:rPr>
              <a:t> </a:t>
            </a:r>
            <a:r>
              <a:rPr lang="fr-FR" spc="-10" dirty="0">
                <a:solidFill>
                  <a:srgbClr val="171717"/>
                </a:solidFill>
                <a:latin typeface="Segoe UI"/>
                <a:cs typeface="Segoe UI"/>
              </a:rPr>
              <a:t>stockage </a:t>
            </a:r>
            <a:r>
              <a:rPr lang="fr-FR" dirty="0" err="1">
                <a:solidFill>
                  <a:srgbClr val="171717"/>
                </a:solidFill>
                <a:latin typeface="Segoe UI"/>
                <a:cs typeface="Segoe UI"/>
              </a:rPr>
              <a:t>géoredondant</a:t>
            </a:r>
            <a:r>
              <a:rPr lang="fr-FR" spc="-60" dirty="0">
                <a:solidFill>
                  <a:srgbClr val="171717"/>
                </a:solidFill>
                <a:latin typeface="Segoe UI"/>
                <a:cs typeface="Segoe UI"/>
              </a:rPr>
              <a:t> </a:t>
            </a:r>
            <a:r>
              <a:rPr lang="fr-FR" dirty="0">
                <a:solidFill>
                  <a:srgbClr val="171717"/>
                </a:solidFill>
                <a:latin typeface="Segoe UI"/>
                <a:cs typeface="Segoe UI"/>
              </a:rPr>
              <a:t>interzone</a:t>
            </a:r>
            <a:r>
              <a:rPr lang="fr-FR" spc="-55" dirty="0">
                <a:solidFill>
                  <a:srgbClr val="171717"/>
                </a:solidFill>
                <a:latin typeface="Segoe UI"/>
                <a:cs typeface="Segoe UI"/>
              </a:rPr>
              <a:t> </a:t>
            </a:r>
            <a:r>
              <a:rPr lang="fr-FR" spc="-10" dirty="0">
                <a:solidFill>
                  <a:srgbClr val="171717"/>
                </a:solidFill>
                <a:latin typeface="Segoe UI"/>
                <a:cs typeface="Segoe UI"/>
              </a:rPr>
              <a:t>(GZRS).</a:t>
            </a:r>
            <a:endParaRPr lang="fr-FR" dirty="0">
              <a:latin typeface="Segoe UI"/>
              <a:cs typeface="Segoe UI"/>
            </a:endParaRPr>
          </a:p>
          <a:p>
            <a:pPr marL="0" indent="0" algn="just">
              <a:buNone/>
            </a:pPr>
            <a:endParaRPr lang="fr-FR" dirty="0">
              <a:solidFill>
                <a:schemeClr val="bg2">
                  <a:lumMod val="10000"/>
                </a:schemeClr>
              </a:solidFill>
              <a:latin typeface="Georgia" panose="02040502050405020303" pitchFamily="18" charset="0"/>
              <a:ea typeface="+mj-ea"/>
              <a:cs typeface="+mj-cs"/>
            </a:endParaRPr>
          </a:p>
        </p:txBody>
      </p:sp>
      <p:sp>
        <p:nvSpPr>
          <p:cNvPr id="4" name="Espace réservé de la date 3">
            <a:extLst>
              <a:ext uri="{FF2B5EF4-FFF2-40B4-BE49-F238E27FC236}">
                <a16:creationId xmlns:a16="http://schemas.microsoft.com/office/drawing/2014/main" id="{13F07270-6608-70F0-5AEF-29053C1C58E7}"/>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3A9EA77F-67B4-344F-64C2-0AD01CB8FEE3}"/>
              </a:ext>
            </a:extLst>
          </p:cNvPr>
          <p:cNvSpPr>
            <a:spLocks noGrp="1"/>
          </p:cNvSpPr>
          <p:nvPr>
            <p:ph type="sldNum" sz="quarter" idx="12"/>
          </p:nvPr>
        </p:nvSpPr>
        <p:spPr/>
        <p:txBody>
          <a:bodyPr/>
          <a:lstStyle/>
          <a:p>
            <a:fld id="{5913F4F7-518B-459F-9B80-EE04630AFE87}" type="slidenum">
              <a:rPr lang="fr-FR" smtClean="0"/>
              <a:t>21</a:t>
            </a:fld>
            <a:endParaRPr lang="fr-FR" dirty="0"/>
          </a:p>
        </p:txBody>
      </p:sp>
      <p:pic>
        <p:nvPicPr>
          <p:cNvPr id="6" name="Image 5">
            <a:extLst>
              <a:ext uri="{FF2B5EF4-FFF2-40B4-BE49-F238E27FC236}">
                <a16:creationId xmlns:a16="http://schemas.microsoft.com/office/drawing/2014/main" id="{F88B2FD7-33CF-28EA-7D4F-749D62BBD41C}"/>
              </a:ext>
            </a:extLst>
          </p:cNvPr>
          <p:cNvPicPr>
            <a:picLocks noChangeAspect="1"/>
          </p:cNvPicPr>
          <p:nvPr/>
        </p:nvPicPr>
        <p:blipFill>
          <a:blip r:embed="rId2"/>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972518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8C2F9-4283-4EFD-51A7-0166762B812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4DBD7ED-8B7D-24AC-6126-8F666D050E89}"/>
              </a:ext>
            </a:extLst>
          </p:cNvPr>
          <p:cNvSpPr>
            <a:spLocks noGrp="1"/>
          </p:cNvSpPr>
          <p:nvPr>
            <p:ph type="title"/>
          </p:nvPr>
        </p:nvSpPr>
        <p:spPr/>
        <p:txBody>
          <a:bodyPr/>
          <a:lstStyle/>
          <a:p>
            <a:r>
              <a:rPr lang="fr-FR" dirty="0"/>
              <a:t>Redondance</a:t>
            </a:r>
            <a:r>
              <a:rPr lang="fr-FR" spc="-50" dirty="0"/>
              <a:t> </a:t>
            </a:r>
            <a:r>
              <a:rPr lang="fr-FR" dirty="0"/>
              <a:t>du</a:t>
            </a:r>
            <a:r>
              <a:rPr lang="fr-FR" spc="-35" dirty="0"/>
              <a:t> </a:t>
            </a:r>
            <a:r>
              <a:rPr lang="fr-FR" dirty="0"/>
              <a:t>stockage</a:t>
            </a:r>
            <a:r>
              <a:rPr lang="fr-FR" spc="-60" dirty="0"/>
              <a:t> </a:t>
            </a:r>
            <a:r>
              <a:rPr lang="fr-FR" spc="-10" dirty="0"/>
              <a:t>Azure</a:t>
            </a:r>
            <a:endParaRPr lang="fr-FR" dirty="0"/>
          </a:p>
        </p:txBody>
      </p:sp>
      <p:sp>
        <p:nvSpPr>
          <p:cNvPr id="3" name="Espace réservé du contenu 2">
            <a:extLst>
              <a:ext uri="{FF2B5EF4-FFF2-40B4-BE49-F238E27FC236}">
                <a16:creationId xmlns:a16="http://schemas.microsoft.com/office/drawing/2014/main" id="{BF7DE270-4D5E-5CB8-4171-1381D9E96543}"/>
              </a:ext>
            </a:extLst>
          </p:cNvPr>
          <p:cNvSpPr>
            <a:spLocks noGrp="1"/>
          </p:cNvSpPr>
          <p:nvPr>
            <p:ph idx="1"/>
          </p:nvPr>
        </p:nvSpPr>
        <p:spPr>
          <a:xfrm>
            <a:off x="1136072" y="1548714"/>
            <a:ext cx="10427855" cy="4807635"/>
          </a:xfrm>
        </p:spPr>
        <p:txBody>
          <a:bodyPr vert="horz" lIns="91440" tIns="45720" rIns="91440" bIns="45720" rtlCol="0">
            <a:normAutofit/>
          </a:bodyPr>
          <a:lstStyle/>
          <a:p>
            <a:pPr marL="0" indent="0" algn="just">
              <a:buNone/>
            </a:pPr>
            <a:r>
              <a:rPr lang="fr-FR" b="1" dirty="0">
                <a:solidFill>
                  <a:schemeClr val="bg2">
                    <a:lumMod val="10000"/>
                  </a:schemeClr>
                </a:solidFill>
                <a:latin typeface="Georgia" panose="02040502050405020303" pitchFamily="18" charset="0"/>
                <a:ea typeface="+mj-ea"/>
                <a:cs typeface="+mj-cs"/>
              </a:rPr>
              <a:t>Redondance dans la région primaire</a:t>
            </a:r>
          </a:p>
          <a:p>
            <a:pPr lvl="1" algn="just">
              <a:buFont typeface="Wingdings" panose="05000000000000000000" pitchFamily="2" charset="2"/>
              <a:buChar char="ü"/>
            </a:pPr>
            <a:r>
              <a:rPr lang="fr-FR" b="1" dirty="0">
                <a:solidFill>
                  <a:schemeClr val="bg2">
                    <a:lumMod val="10000"/>
                  </a:schemeClr>
                </a:solidFill>
                <a:latin typeface="Georgia" panose="02040502050405020303" pitchFamily="18" charset="0"/>
                <a:ea typeface="+mj-ea"/>
                <a:cs typeface="+mj-cs"/>
              </a:rPr>
              <a:t>Stockage redondant interzone (ZRS)</a:t>
            </a:r>
          </a:p>
          <a:p>
            <a:pPr marL="457200" lvl="1" indent="0" algn="just">
              <a:buNone/>
            </a:pPr>
            <a:endParaRPr lang="fr-FR" b="1" dirty="0">
              <a:solidFill>
                <a:schemeClr val="bg2">
                  <a:lumMod val="10000"/>
                </a:schemeClr>
              </a:solidFill>
              <a:latin typeface="Georgia" panose="02040502050405020303" pitchFamily="18" charset="0"/>
              <a:ea typeface="+mj-ea"/>
              <a:cs typeface="+mj-cs"/>
            </a:endParaRPr>
          </a:p>
          <a:p>
            <a:pPr marL="756285" marR="709295" lvl="1" indent="-287020" algn="just">
              <a:lnSpc>
                <a:spcPct val="100000"/>
              </a:lnSpc>
              <a:buChar char="-"/>
              <a:tabLst>
                <a:tab pos="299085" algn="l"/>
              </a:tabLst>
            </a:pPr>
            <a:r>
              <a:rPr lang="fr-FR" dirty="0">
                <a:solidFill>
                  <a:schemeClr val="bg2">
                    <a:lumMod val="10000"/>
                  </a:schemeClr>
                </a:solidFill>
                <a:latin typeface="Segoe UI"/>
                <a:cs typeface="Segoe UI"/>
              </a:rPr>
              <a:t>Pour</a:t>
            </a:r>
            <a:r>
              <a:rPr lang="fr-FR" spc="-3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les</a:t>
            </a:r>
            <a:r>
              <a:rPr lang="fr-FR" spc="-4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régions</a:t>
            </a:r>
            <a:r>
              <a:rPr lang="fr-FR" spc="-4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qui</a:t>
            </a:r>
            <a:r>
              <a:rPr lang="fr-FR" spc="-5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ont</a:t>
            </a:r>
            <a:r>
              <a:rPr lang="fr-FR" spc="-5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des</a:t>
            </a:r>
            <a:r>
              <a:rPr lang="fr-FR" spc="-5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zones</a:t>
            </a:r>
            <a:r>
              <a:rPr lang="fr-FR" spc="-5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de</a:t>
            </a:r>
            <a:r>
              <a:rPr lang="fr-FR" spc="-40" dirty="0">
                <a:solidFill>
                  <a:schemeClr val="bg2">
                    <a:lumMod val="10000"/>
                  </a:schemeClr>
                </a:solidFill>
                <a:latin typeface="Segoe UI"/>
                <a:cs typeface="Segoe UI"/>
              </a:rPr>
              <a:t> </a:t>
            </a:r>
            <a:r>
              <a:rPr lang="fr-FR" spc="-10" dirty="0">
                <a:solidFill>
                  <a:schemeClr val="bg2">
                    <a:lumMod val="10000"/>
                  </a:schemeClr>
                </a:solidFill>
                <a:latin typeface="Segoe UI"/>
                <a:cs typeface="Segoe UI"/>
              </a:rPr>
              <a:t>disponibilité,</a:t>
            </a:r>
            <a:r>
              <a:rPr lang="fr-FR" spc="-3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le</a:t>
            </a:r>
            <a:r>
              <a:rPr lang="fr-FR" spc="-4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stockage redondant</a:t>
            </a:r>
            <a:r>
              <a:rPr lang="fr-FR" spc="-4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interzone</a:t>
            </a:r>
            <a:r>
              <a:rPr lang="fr-FR" spc="-4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(ZRS)</a:t>
            </a:r>
            <a:r>
              <a:rPr lang="fr-FR" spc="-3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réplique</a:t>
            </a:r>
            <a:r>
              <a:rPr lang="fr-FR" spc="-3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vos</a:t>
            </a:r>
            <a:r>
              <a:rPr lang="fr-FR" spc="-55" dirty="0">
                <a:solidFill>
                  <a:schemeClr val="bg2">
                    <a:lumMod val="10000"/>
                  </a:schemeClr>
                </a:solidFill>
                <a:latin typeface="Segoe UI"/>
                <a:cs typeface="Segoe UI"/>
              </a:rPr>
              <a:t> </a:t>
            </a:r>
            <a:r>
              <a:rPr lang="fr-FR" spc="-10" dirty="0">
                <a:solidFill>
                  <a:schemeClr val="bg2">
                    <a:lumMod val="10000"/>
                  </a:schemeClr>
                </a:solidFill>
                <a:latin typeface="Segoe UI"/>
                <a:cs typeface="Segoe UI"/>
              </a:rPr>
              <a:t>données Stockage</a:t>
            </a:r>
            <a:r>
              <a:rPr lang="fr-FR" spc="-4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Azure</a:t>
            </a:r>
            <a:r>
              <a:rPr lang="fr-FR" spc="-3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de</a:t>
            </a:r>
            <a:r>
              <a:rPr lang="fr-FR" spc="-5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façon</a:t>
            </a:r>
            <a:r>
              <a:rPr lang="fr-FR" spc="-5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synchrone</a:t>
            </a:r>
            <a:r>
              <a:rPr lang="fr-FR" spc="-3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dans</a:t>
            </a:r>
            <a:r>
              <a:rPr lang="fr-FR" spc="-5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trois</a:t>
            </a:r>
            <a:r>
              <a:rPr lang="fr-FR" spc="-4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zones</a:t>
            </a:r>
            <a:r>
              <a:rPr lang="fr-FR" spc="-5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de</a:t>
            </a:r>
            <a:r>
              <a:rPr lang="fr-FR" spc="-5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disponibilité</a:t>
            </a:r>
            <a:r>
              <a:rPr lang="fr-FR" spc="-2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Azure</a:t>
            </a:r>
            <a:r>
              <a:rPr lang="fr-FR" spc="-3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de</a:t>
            </a:r>
            <a:r>
              <a:rPr lang="fr-FR" spc="-5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la</a:t>
            </a:r>
            <a:r>
              <a:rPr lang="fr-FR" spc="-4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région</a:t>
            </a:r>
            <a:r>
              <a:rPr lang="fr-FR" spc="-40" dirty="0">
                <a:solidFill>
                  <a:schemeClr val="bg2">
                    <a:lumMod val="10000"/>
                  </a:schemeClr>
                </a:solidFill>
                <a:latin typeface="Segoe UI"/>
                <a:cs typeface="Segoe UI"/>
              </a:rPr>
              <a:t> </a:t>
            </a:r>
            <a:r>
              <a:rPr lang="fr-FR" spc="-10" dirty="0">
                <a:solidFill>
                  <a:schemeClr val="bg2">
                    <a:lumMod val="10000"/>
                  </a:schemeClr>
                </a:solidFill>
                <a:latin typeface="Segoe UI"/>
                <a:cs typeface="Segoe UI"/>
              </a:rPr>
              <a:t>primaire.</a:t>
            </a:r>
          </a:p>
          <a:p>
            <a:pPr marL="469265" marR="709295" lvl="1" indent="0" algn="just">
              <a:lnSpc>
                <a:spcPct val="100000"/>
              </a:lnSpc>
              <a:buNone/>
              <a:tabLst>
                <a:tab pos="299085" algn="l"/>
              </a:tabLst>
            </a:pPr>
            <a:endParaRPr lang="fr-FR" dirty="0">
              <a:solidFill>
                <a:schemeClr val="bg2">
                  <a:lumMod val="10000"/>
                </a:schemeClr>
              </a:solidFill>
              <a:latin typeface="Segoe UI"/>
              <a:cs typeface="Segoe UI"/>
            </a:endParaRPr>
          </a:p>
          <a:p>
            <a:pPr marL="756285" marR="5080" lvl="1" indent="-287020" algn="just">
              <a:lnSpc>
                <a:spcPct val="100000"/>
              </a:lnSpc>
              <a:buChar char="-"/>
              <a:tabLst>
                <a:tab pos="299085" algn="l"/>
              </a:tabLst>
            </a:pPr>
            <a:r>
              <a:rPr lang="fr-FR" dirty="0">
                <a:solidFill>
                  <a:schemeClr val="bg2">
                    <a:lumMod val="10000"/>
                  </a:schemeClr>
                </a:solidFill>
                <a:latin typeface="Segoe UI"/>
                <a:cs typeface="Segoe UI"/>
              </a:rPr>
              <a:t>Si</a:t>
            </a:r>
            <a:r>
              <a:rPr lang="fr-FR" spc="-3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une</a:t>
            </a:r>
            <a:r>
              <a:rPr lang="fr-FR" spc="-3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zone</a:t>
            </a:r>
            <a:r>
              <a:rPr lang="fr-FR" spc="-3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devient</a:t>
            </a:r>
            <a:r>
              <a:rPr lang="fr-FR" spc="-6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indisponible,</a:t>
            </a:r>
            <a:r>
              <a:rPr lang="fr-FR" spc="-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Azure</a:t>
            </a:r>
            <a:r>
              <a:rPr lang="fr-FR" spc="-2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procède</a:t>
            </a:r>
            <a:r>
              <a:rPr lang="fr-FR" spc="-2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à</a:t>
            </a:r>
            <a:r>
              <a:rPr lang="fr-FR" spc="-4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des</a:t>
            </a:r>
            <a:r>
              <a:rPr lang="fr-FR" spc="-4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mises</a:t>
            </a:r>
            <a:r>
              <a:rPr lang="fr-FR" spc="-4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à</a:t>
            </a:r>
            <a:r>
              <a:rPr lang="fr-FR" spc="-3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jour</a:t>
            </a:r>
            <a:r>
              <a:rPr lang="fr-FR" spc="-4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du</a:t>
            </a:r>
            <a:r>
              <a:rPr lang="fr-FR" spc="-4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réseau,</a:t>
            </a:r>
            <a:r>
              <a:rPr lang="fr-FR" spc="-3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telles</a:t>
            </a:r>
            <a:r>
              <a:rPr lang="fr-FR" spc="-4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que</a:t>
            </a:r>
            <a:r>
              <a:rPr lang="fr-FR" spc="-4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le</a:t>
            </a:r>
            <a:r>
              <a:rPr lang="fr-FR" spc="-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re-pointage</a:t>
            </a:r>
            <a:r>
              <a:rPr lang="fr-FR" spc="-2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DNS.</a:t>
            </a:r>
            <a:r>
              <a:rPr lang="fr-FR" spc="-1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Ces</a:t>
            </a:r>
            <a:r>
              <a:rPr lang="fr-FR" spc="-4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mises</a:t>
            </a:r>
            <a:r>
              <a:rPr lang="fr-FR" spc="-35" dirty="0">
                <a:solidFill>
                  <a:schemeClr val="bg2">
                    <a:lumMod val="10000"/>
                  </a:schemeClr>
                </a:solidFill>
                <a:latin typeface="Segoe UI"/>
                <a:cs typeface="Segoe UI"/>
              </a:rPr>
              <a:t> </a:t>
            </a:r>
            <a:r>
              <a:rPr lang="fr-FR" spc="-50" dirty="0">
                <a:solidFill>
                  <a:schemeClr val="bg2">
                    <a:lumMod val="10000"/>
                  </a:schemeClr>
                </a:solidFill>
                <a:latin typeface="Segoe UI"/>
                <a:cs typeface="Segoe UI"/>
              </a:rPr>
              <a:t>à </a:t>
            </a:r>
            <a:r>
              <a:rPr lang="fr-FR" dirty="0">
                <a:solidFill>
                  <a:schemeClr val="bg2">
                    <a:lumMod val="10000"/>
                  </a:schemeClr>
                </a:solidFill>
                <a:latin typeface="Segoe UI"/>
                <a:cs typeface="Segoe UI"/>
              </a:rPr>
              <a:t>jour</a:t>
            </a:r>
            <a:r>
              <a:rPr lang="fr-FR" spc="-3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peuvent</a:t>
            </a:r>
            <a:r>
              <a:rPr lang="fr-FR" spc="-6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affecter</a:t>
            </a:r>
            <a:r>
              <a:rPr lang="fr-FR" spc="-4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votre</a:t>
            </a:r>
            <a:r>
              <a:rPr lang="fr-FR" spc="-40" dirty="0">
                <a:solidFill>
                  <a:schemeClr val="bg2">
                    <a:lumMod val="10000"/>
                  </a:schemeClr>
                </a:solidFill>
                <a:latin typeface="Segoe UI"/>
                <a:cs typeface="Segoe UI"/>
              </a:rPr>
              <a:t> </a:t>
            </a:r>
            <a:r>
              <a:rPr lang="fr-FR" dirty="0">
                <a:solidFill>
                  <a:schemeClr val="bg2">
                    <a:lumMod val="10000"/>
                  </a:schemeClr>
                </a:solidFill>
                <a:latin typeface="Segoe UI"/>
                <a:cs typeface="Segoe UI"/>
              </a:rPr>
              <a:t>application</a:t>
            </a:r>
            <a:r>
              <a:rPr lang="fr-FR" spc="-4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si</a:t>
            </a:r>
            <a:r>
              <a:rPr lang="fr-FR" spc="-4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vous</a:t>
            </a:r>
            <a:r>
              <a:rPr lang="fr-FR" spc="-4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accédez</a:t>
            </a:r>
            <a:r>
              <a:rPr lang="fr-FR" spc="-45" dirty="0">
                <a:solidFill>
                  <a:schemeClr val="bg2">
                    <a:lumMod val="10000"/>
                  </a:schemeClr>
                </a:solidFill>
                <a:latin typeface="Segoe UI"/>
                <a:cs typeface="Segoe UI"/>
              </a:rPr>
              <a:t> </a:t>
            </a:r>
            <a:r>
              <a:rPr lang="fr-FR" dirty="0">
                <a:solidFill>
                  <a:schemeClr val="bg2">
                    <a:lumMod val="10000"/>
                  </a:schemeClr>
                </a:solidFill>
                <a:latin typeface="Segoe UI"/>
                <a:cs typeface="Segoe UI"/>
              </a:rPr>
              <a:t>aux</a:t>
            </a:r>
            <a:r>
              <a:rPr lang="fr-FR" spc="-50" dirty="0">
                <a:solidFill>
                  <a:schemeClr val="bg2">
                    <a:lumMod val="10000"/>
                  </a:schemeClr>
                </a:solidFill>
                <a:latin typeface="Segoe UI"/>
                <a:cs typeface="Segoe UI"/>
              </a:rPr>
              <a:t> </a:t>
            </a:r>
            <a:r>
              <a:rPr lang="fr-FR" spc="-10" dirty="0">
                <a:solidFill>
                  <a:schemeClr val="bg2">
                    <a:lumMod val="10000"/>
                  </a:schemeClr>
                </a:solidFill>
                <a:latin typeface="Segoe UI"/>
                <a:cs typeface="Segoe UI"/>
              </a:rPr>
              <a:t>données.</a:t>
            </a:r>
            <a:endParaRPr lang="fr-FR" dirty="0">
              <a:solidFill>
                <a:schemeClr val="bg2">
                  <a:lumMod val="10000"/>
                </a:schemeClr>
              </a:solidFill>
              <a:latin typeface="Segoe UI"/>
              <a:cs typeface="Segoe UI"/>
            </a:endParaRPr>
          </a:p>
          <a:p>
            <a:pPr marL="0" indent="0" algn="just">
              <a:buNone/>
            </a:pPr>
            <a:endParaRPr lang="fr-FR" dirty="0">
              <a:solidFill>
                <a:schemeClr val="bg2">
                  <a:lumMod val="10000"/>
                </a:schemeClr>
              </a:solidFill>
              <a:latin typeface="Georgia" panose="02040502050405020303" pitchFamily="18" charset="0"/>
              <a:ea typeface="+mj-ea"/>
              <a:cs typeface="+mj-cs"/>
            </a:endParaRPr>
          </a:p>
        </p:txBody>
      </p:sp>
      <p:sp>
        <p:nvSpPr>
          <p:cNvPr id="4" name="Espace réservé de la date 3">
            <a:extLst>
              <a:ext uri="{FF2B5EF4-FFF2-40B4-BE49-F238E27FC236}">
                <a16:creationId xmlns:a16="http://schemas.microsoft.com/office/drawing/2014/main" id="{CC3E3660-3BB9-4B47-FB3F-5AEDFE941D9E}"/>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995A4923-7E2C-B4B9-014D-2F9FA2A87E48}"/>
              </a:ext>
            </a:extLst>
          </p:cNvPr>
          <p:cNvSpPr>
            <a:spLocks noGrp="1"/>
          </p:cNvSpPr>
          <p:nvPr>
            <p:ph type="sldNum" sz="quarter" idx="12"/>
          </p:nvPr>
        </p:nvSpPr>
        <p:spPr/>
        <p:txBody>
          <a:bodyPr/>
          <a:lstStyle/>
          <a:p>
            <a:fld id="{5913F4F7-518B-459F-9B80-EE04630AFE87}" type="slidenum">
              <a:rPr lang="fr-FR" smtClean="0"/>
              <a:t>22</a:t>
            </a:fld>
            <a:endParaRPr lang="fr-FR" dirty="0"/>
          </a:p>
        </p:txBody>
      </p:sp>
      <p:pic>
        <p:nvPicPr>
          <p:cNvPr id="6" name="Image 5">
            <a:extLst>
              <a:ext uri="{FF2B5EF4-FFF2-40B4-BE49-F238E27FC236}">
                <a16:creationId xmlns:a16="http://schemas.microsoft.com/office/drawing/2014/main" id="{7600CBBC-A71C-49D0-2D11-9211B6B8AB67}"/>
              </a:ext>
            </a:extLst>
          </p:cNvPr>
          <p:cNvPicPr>
            <a:picLocks noChangeAspect="1"/>
          </p:cNvPicPr>
          <p:nvPr/>
        </p:nvPicPr>
        <p:blipFill>
          <a:blip r:embed="rId2"/>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15572996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AE51F-86E5-C54E-C69B-7575619559F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6790588-78E7-0B0B-DBA5-F812466DBDF8}"/>
              </a:ext>
            </a:extLst>
          </p:cNvPr>
          <p:cNvSpPr>
            <a:spLocks noGrp="1"/>
          </p:cNvSpPr>
          <p:nvPr>
            <p:ph type="title"/>
          </p:nvPr>
        </p:nvSpPr>
        <p:spPr/>
        <p:txBody>
          <a:bodyPr/>
          <a:lstStyle/>
          <a:p>
            <a:r>
              <a:rPr lang="fr-FR" dirty="0"/>
              <a:t>Redondance</a:t>
            </a:r>
            <a:r>
              <a:rPr lang="fr-FR" spc="-50" dirty="0"/>
              <a:t> </a:t>
            </a:r>
            <a:r>
              <a:rPr lang="fr-FR" dirty="0"/>
              <a:t>du</a:t>
            </a:r>
            <a:r>
              <a:rPr lang="fr-FR" spc="-35" dirty="0"/>
              <a:t> </a:t>
            </a:r>
            <a:r>
              <a:rPr lang="fr-FR" dirty="0"/>
              <a:t>stockage</a:t>
            </a:r>
            <a:r>
              <a:rPr lang="fr-FR" spc="-60" dirty="0"/>
              <a:t> </a:t>
            </a:r>
            <a:r>
              <a:rPr lang="fr-FR" spc="-10" dirty="0"/>
              <a:t>Azure</a:t>
            </a:r>
            <a:endParaRPr lang="fr-FR" dirty="0"/>
          </a:p>
        </p:txBody>
      </p:sp>
      <p:sp>
        <p:nvSpPr>
          <p:cNvPr id="3" name="Espace réservé du contenu 2">
            <a:extLst>
              <a:ext uri="{FF2B5EF4-FFF2-40B4-BE49-F238E27FC236}">
                <a16:creationId xmlns:a16="http://schemas.microsoft.com/office/drawing/2014/main" id="{E5ECCCD1-CB7A-AC38-CFEC-ED53AE3B13B8}"/>
              </a:ext>
            </a:extLst>
          </p:cNvPr>
          <p:cNvSpPr>
            <a:spLocks noGrp="1"/>
          </p:cNvSpPr>
          <p:nvPr>
            <p:ph idx="1"/>
          </p:nvPr>
        </p:nvSpPr>
        <p:spPr>
          <a:xfrm>
            <a:off x="969819" y="1548714"/>
            <a:ext cx="10515600" cy="4807635"/>
          </a:xfrm>
        </p:spPr>
        <p:txBody>
          <a:bodyPr vert="horz" lIns="91440" tIns="45720" rIns="91440" bIns="45720" rtlCol="0">
            <a:normAutofit fontScale="85000" lnSpcReduction="20000"/>
          </a:bodyPr>
          <a:lstStyle/>
          <a:p>
            <a:pPr marL="0" indent="0" algn="just">
              <a:buNone/>
            </a:pPr>
            <a:r>
              <a:rPr lang="fr-FR" sz="2800" b="1" dirty="0">
                <a:solidFill>
                  <a:schemeClr val="bg2">
                    <a:lumMod val="10000"/>
                  </a:schemeClr>
                </a:solidFill>
                <a:latin typeface="Georgia" panose="02040502050405020303" pitchFamily="18" charset="0"/>
                <a:ea typeface="+mj-ea"/>
                <a:cs typeface="+mj-cs"/>
              </a:rPr>
              <a:t>Redondance dans une région secondaire</a:t>
            </a:r>
          </a:p>
          <a:p>
            <a:pPr marL="0" indent="0" algn="just">
              <a:buNone/>
            </a:pPr>
            <a:endParaRPr lang="fr-FR" dirty="0">
              <a:solidFill>
                <a:schemeClr val="bg2">
                  <a:lumMod val="10000"/>
                </a:schemeClr>
              </a:solidFill>
              <a:latin typeface="Georgia" panose="02040502050405020303" pitchFamily="18" charset="0"/>
              <a:ea typeface="+mj-ea"/>
              <a:cs typeface="+mj-cs"/>
            </a:endParaRPr>
          </a:p>
          <a:p>
            <a:pPr marL="299085" marR="6350" indent="-287020" algn="just">
              <a:lnSpc>
                <a:spcPct val="100000"/>
              </a:lnSpc>
              <a:spcBef>
                <a:spcPts val="10"/>
              </a:spcBef>
              <a:buChar char="-"/>
              <a:tabLst>
                <a:tab pos="299085" algn="l"/>
                <a:tab pos="352425" algn="l"/>
              </a:tabLst>
            </a:pPr>
            <a:r>
              <a:rPr lang="fr-FR" dirty="0">
                <a:solidFill>
                  <a:srgbClr val="171717"/>
                </a:solidFill>
                <a:latin typeface="Segoe UI"/>
                <a:cs typeface="Segoe UI"/>
              </a:rPr>
              <a:t>Pour</a:t>
            </a:r>
            <a:r>
              <a:rPr lang="fr-FR" spc="180" dirty="0">
                <a:solidFill>
                  <a:srgbClr val="171717"/>
                </a:solidFill>
                <a:latin typeface="Segoe UI"/>
                <a:cs typeface="Segoe UI"/>
              </a:rPr>
              <a:t> </a:t>
            </a:r>
            <a:r>
              <a:rPr lang="fr-FR" dirty="0">
                <a:solidFill>
                  <a:srgbClr val="171717"/>
                </a:solidFill>
                <a:latin typeface="Segoe UI"/>
                <a:cs typeface="Segoe UI"/>
              </a:rPr>
              <a:t>les</a:t>
            </a:r>
            <a:r>
              <a:rPr lang="fr-FR" spc="175" dirty="0">
                <a:solidFill>
                  <a:srgbClr val="171717"/>
                </a:solidFill>
                <a:latin typeface="Segoe UI"/>
                <a:cs typeface="Segoe UI"/>
              </a:rPr>
              <a:t> </a:t>
            </a:r>
            <a:r>
              <a:rPr lang="fr-FR" dirty="0">
                <a:solidFill>
                  <a:srgbClr val="171717"/>
                </a:solidFill>
                <a:latin typeface="Segoe UI"/>
                <a:cs typeface="Segoe UI"/>
              </a:rPr>
              <a:t>applications</a:t>
            </a:r>
            <a:r>
              <a:rPr lang="fr-FR" spc="175" dirty="0">
                <a:solidFill>
                  <a:srgbClr val="171717"/>
                </a:solidFill>
                <a:latin typeface="Segoe UI"/>
                <a:cs typeface="Segoe UI"/>
              </a:rPr>
              <a:t> </a:t>
            </a:r>
            <a:r>
              <a:rPr lang="fr-FR" dirty="0">
                <a:solidFill>
                  <a:srgbClr val="171717"/>
                </a:solidFill>
                <a:latin typeface="Segoe UI"/>
                <a:cs typeface="Segoe UI"/>
              </a:rPr>
              <a:t>nécessitant</a:t>
            </a:r>
            <a:r>
              <a:rPr lang="fr-FR" spc="165" dirty="0">
                <a:solidFill>
                  <a:srgbClr val="171717"/>
                </a:solidFill>
                <a:latin typeface="Segoe UI"/>
                <a:cs typeface="Segoe UI"/>
              </a:rPr>
              <a:t> </a:t>
            </a:r>
            <a:r>
              <a:rPr lang="fr-FR" dirty="0">
                <a:solidFill>
                  <a:srgbClr val="171717"/>
                </a:solidFill>
                <a:latin typeface="Segoe UI"/>
                <a:cs typeface="Segoe UI"/>
              </a:rPr>
              <a:t>une</a:t>
            </a:r>
            <a:r>
              <a:rPr lang="fr-FR" spc="185" dirty="0">
                <a:solidFill>
                  <a:srgbClr val="171717"/>
                </a:solidFill>
                <a:latin typeface="Segoe UI"/>
                <a:cs typeface="Segoe UI"/>
              </a:rPr>
              <a:t> </a:t>
            </a:r>
            <a:r>
              <a:rPr lang="fr-FR" dirty="0">
                <a:solidFill>
                  <a:srgbClr val="171717"/>
                </a:solidFill>
                <a:latin typeface="Segoe UI"/>
                <a:cs typeface="Segoe UI"/>
              </a:rPr>
              <a:t>durabilité</a:t>
            </a:r>
            <a:r>
              <a:rPr lang="fr-FR" spc="185" dirty="0">
                <a:solidFill>
                  <a:srgbClr val="171717"/>
                </a:solidFill>
                <a:latin typeface="Segoe UI"/>
                <a:cs typeface="Segoe UI"/>
              </a:rPr>
              <a:t> </a:t>
            </a:r>
            <a:r>
              <a:rPr lang="fr-FR" dirty="0">
                <a:solidFill>
                  <a:srgbClr val="171717"/>
                </a:solidFill>
                <a:latin typeface="Segoe UI"/>
                <a:cs typeface="Segoe UI"/>
              </a:rPr>
              <a:t>élevée,</a:t>
            </a:r>
            <a:r>
              <a:rPr lang="fr-FR" spc="180" dirty="0">
                <a:solidFill>
                  <a:srgbClr val="171717"/>
                </a:solidFill>
                <a:latin typeface="Segoe UI"/>
                <a:cs typeface="Segoe UI"/>
              </a:rPr>
              <a:t> </a:t>
            </a:r>
            <a:r>
              <a:rPr lang="fr-FR" dirty="0">
                <a:solidFill>
                  <a:srgbClr val="171717"/>
                </a:solidFill>
                <a:latin typeface="Segoe UI"/>
                <a:cs typeface="Segoe UI"/>
              </a:rPr>
              <a:t>vous</a:t>
            </a:r>
            <a:r>
              <a:rPr lang="fr-FR" spc="170" dirty="0">
                <a:solidFill>
                  <a:srgbClr val="171717"/>
                </a:solidFill>
                <a:latin typeface="Segoe UI"/>
                <a:cs typeface="Segoe UI"/>
              </a:rPr>
              <a:t> </a:t>
            </a:r>
            <a:r>
              <a:rPr lang="fr-FR" dirty="0">
                <a:solidFill>
                  <a:srgbClr val="171717"/>
                </a:solidFill>
                <a:latin typeface="Segoe UI"/>
                <a:cs typeface="Segoe UI"/>
              </a:rPr>
              <a:t>pouvez</a:t>
            </a:r>
            <a:r>
              <a:rPr lang="fr-FR" spc="175" dirty="0">
                <a:solidFill>
                  <a:srgbClr val="171717"/>
                </a:solidFill>
                <a:latin typeface="Segoe UI"/>
                <a:cs typeface="Segoe UI"/>
              </a:rPr>
              <a:t> </a:t>
            </a:r>
            <a:r>
              <a:rPr lang="fr-FR" dirty="0">
                <a:solidFill>
                  <a:srgbClr val="171717"/>
                </a:solidFill>
                <a:latin typeface="Segoe UI"/>
                <a:cs typeface="Segoe UI"/>
              </a:rPr>
              <a:t>choisir</a:t>
            </a:r>
            <a:r>
              <a:rPr lang="fr-FR" spc="175" dirty="0">
                <a:solidFill>
                  <a:srgbClr val="171717"/>
                </a:solidFill>
                <a:latin typeface="Segoe UI"/>
                <a:cs typeface="Segoe UI"/>
              </a:rPr>
              <a:t> </a:t>
            </a:r>
            <a:r>
              <a:rPr lang="fr-FR" dirty="0">
                <a:solidFill>
                  <a:srgbClr val="171717"/>
                </a:solidFill>
                <a:latin typeface="Segoe UI"/>
                <a:cs typeface="Segoe UI"/>
              </a:rPr>
              <a:t>de</a:t>
            </a:r>
            <a:r>
              <a:rPr lang="fr-FR" spc="190" dirty="0">
                <a:solidFill>
                  <a:srgbClr val="171717"/>
                </a:solidFill>
                <a:latin typeface="Segoe UI"/>
                <a:cs typeface="Segoe UI"/>
              </a:rPr>
              <a:t> </a:t>
            </a:r>
            <a:r>
              <a:rPr lang="fr-FR" dirty="0">
                <a:solidFill>
                  <a:srgbClr val="171717"/>
                </a:solidFill>
                <a:latin typeface="Segoe UI"/>
                <a:cs typeface="Segoe UI"/>
              </a:rPr>
              <a:t>copier</a:t>
            </a:r>
            <a:r>
              <a:rPr lang="fr-FR" spc="175" dirty="0">
                <a:solidFill>
                  <a:srgbClr val="171717"/>
                </a:solidFill>
                <a:latin typeface="Segoe UI"/>
                <a:cs typeface="Segoe UI"/>
              </a:rPr>
              <a:t> </a:t>
            </a:r>
            <a:r>
              <a:rPr lang="fr-FR" dirty="0">
                <a:solidFill>
                  <a:srgbClr val="171717"/>
                </a:solidFill>
                <a:latin typeface="Segoe UI"/>
                <a:cs typeface="Segoe UI"/>
              </a:rPr>
              <a:t>en</a:t>
            </a:r>
            <a:r>
              <a:rPr lang="fr-FR" spc="180" dirty="0">
                <a:solidFill>
                  <a:srgbClr val="171717"/>
                </a:solidFill>
                <a:latin typeface="Segoe UI"/>
                <a:cs typeface="Segoe UI"/>
              </a:rPr>
              <a:t> </a:t>
            </a:r>
            <a:r>
              <a:rPr lang="fr-FR" dirty="0">
                <a:solidFill>
                  <a:srgbClr val="171717"/>
                </a:solidFill>
                <a:latin typeface="Segoe UI"/>
                <a:cs typeface="Segoe UI"/>
              </a:rPr>
              <a:t>plus</a:t>
            </a:r>
            <a:r>
              <a:rPr lang="fr-FR" spc="185" dirty="0">
                <a:solidFill>
                  <a:srgbClr val="171717"/>
                </a:solidFill>
                <a:latin typeface="Segoe UI"/>
                <a:cs typeface="Segoe UI"/>
              </a:rPr>
              <a:t> </a:t>
            </a:r>
            <a:r>
              <a:rPr lang="fr-FR" dirty="0">
                <a:solidFill>
                  <a:srgbClr val="171717"/>
                </a:solidFill>
                <a:latin typeface="Segoe UI"/>
                <a:cs typeface="Segoe UI"/>
              </a:rPr>
              <a:t>les</a:t>
            </a:r>
            <a:r>
              <a:rPr lang="fr-FR" spc="180" dirty="0">
                <a:solidFill>
                  <a:srgbClr val="171717"/>
                </a:solidFill>
                <a:latin typeface="Segoe UI"/>
                <a:cs typeface="Segoe UI"/>
              </a:rPr>
              <a:t> </a:t>
            </a:r>
            <a:r>
              <a:rPr lang="fr-FR" dirty="0">
                <a:solidFill>
                  <a:srgbClr val="171717"/>
                </a:solidFill>
                <a:latin typeface="Segoe UI"/>
                <a:cs typeface="Segoe UI"/>
              </a:rPr>
              <a:t>données</a:t>
            </a:r>
            <a:r>
              <a:rPr lang="fr-FR" spc="175" dirty="0">
                <a:solidFill>
                  <a:srgbClr val="171717"/>
                </a:solidFill>
                <a:latin typeface="Segoe UI"/>
                <a:cs typeface="Segoe UI"/>
              </a:rPr>
              <a:t> </a:t>
            </a:r>
            <a:r>
              <a:rPr lang="fr-FR" dirty="0">
                <a:solidFill>
                  <a:srgbClr val="171717"/>
                </a:solidFill>
                <a:latin typeface="Segoe UI"/>
                <a:cs typeface="Segoe UI"/>
              </a:rPr>
              <a:t>de</a:t>
            </a:r>
            <a:r>
              <a:rPr lang="fr-FR" spc="185" dirty="0">
                <a:solidFill>
                  <a:srgbClr val="171717"/>
                </a:solidFill>
                <a:latin typeface="Segoe UI"/>
                <a:cs typeface="Segoe UI"/>
              </a:rPr>
              <a:t> </a:t>
            </a:r>
            <a:r>
              <a:rPr lang="fr-FR" spc="-10" dirty="0">
                <a:solidFill>
                  <a:srgbClr val="171717"/>
                </a:solidFill>
                <a:latin typeface="Segoe UI"/>
                <a:cs typeface="Segoe UI"/>
              </a:rPr>
              <a:t>votre </a:t>
            </a:r>
            <a:r>
              <a:rPr lang="fr-FR" dirty="0">
                <a:solidFill>
                  <a:srgbClr val="171717"/>
                </a:solidFill>
                <a:latin typeface="Segoe UI"/>
                <a:cs typeface="Segoe UI"/>
              </a:rPr>
              <a:t>compte</a:t>
            </a:r>
            <a:r>
              <a:rPr lang="fr-FR" spc="-45" dirty="0">
                <a:solidFill>
                  <a:srgbClr val="171717"/>
                </a:solidFill>
                <a:latin typeface="Segoe UI"/>
                <a:cs typeface="Segoe UI"/>
              </a:rPr>
              <a:t> </a:t>
            </a:r>
            <a:r>
              <a:rPr lang="fr-FR" dirty="0">
                <a:solidFill>
                  <a:srgbClr val="171717"/>
                </a:solidFill>
                <a:latin typeface="Segoe UI"/>
                <a:cs typeface="Segoe UI"/>
              </a:rPr>
              <a:t>de</a:t>
            </a:r>
            <a:r>
              <a:rPr lang="fr-FR" spc="-30" dirty="0">
                <a:solidFill>
                  <a:srgbClr val="171717"/>
                </a:solidFill>
                <a:latin typeface="Segoe UI"/>
                <a:cs typeface="Segoe UI"/>
              </a:rPr>
              <a:t> </a:t>
            </a:r>
            <a:r>
              <a:rPr lang="fr-FR" dirty="0">
                <a:solidFill>
                  <a:srgbClr val="171717"/>
                </a:solidFill>
                <a:latin typeface="Segoe UI"/>
                <a:cs typeface="Segoe UI"/>
              </a:rPr>
              <a:t>stockage</a:t>
            </a:r>
            <a:r>
              <a:rPr lang="fr-FR" spc="-35" dirty="0">
                <a:solidFill>
                  <a:srgbClr val="171717"/>
                </a:solidFill>
                <a:latin typeface="Segoe UI"/>
                <a:cs typeface="Segoe UI"/>
              </a:rPr>
              <a:t> </a:t>
            </a:r>
            <a:r>
              <a:rPr lang="fr-FR" dirty="0">
                <a:solidFill>
                  <a:srgbClr val="171717"/>
                </a:solidFill>
                <a:latin typeface="Segoe UI"/>
                <a:cs typeface="Segoe UI"/>
              </a:rPr>
              <a:t>vers</a:t>
            </a:r>
            <a:r>
              <a:rPr lang="fr-FR" spc="-40" dirty="0">
                <a:solidFill>
                  <a:srgbClr val="171717"/>
                </a:solidFill>
                <a:latin typeface="Segoe UI"/>
                <a:cs typeface="Segoe UI"/>
              </a:rPr>
              <a:t> </a:t>
            </a:r>
            <a:r>
              <a:rPr lang="fr-FR" dirty="0">
                <a:solidFill>
                  <a:srgbClr val="171717"/>
                </a:solidFill>
                <a:latin typeface="Segoe UI"/>
                <a:cs typeface="Segoe UI"/>
              </a:rPr>
              <a:t>une</a:t>
            </a:r>
            <a:r>
              <a:rPr lang="fr-FR" spc="-50" dirty="0">
                <a:solidFill>
                  <a:srgbClr val="171717"/>
                </a:solidFill>
                <a:latin typeface="Segoe UI"/>
                <a:cs typeface="Segoe UI"/>
              </a:rPr>
              <a:t> </a:t>
            </a:r>
            <a:r>
              <a:rPr lang="fr-FR" dirty="0">
                <a:solidFill>
                  <a:srgbClr val="171717"/>
                </a:solidFill>
                <a:latin typeface="Segoe UI"/>
                <a:cs typeface="Segoe UI"/>
              </a:rPr>
              <a:t>région</a:t>
            </a:r>
            <a:r>
              <a:rPr lang="fr-FR" spc="-25" dirty="0">
                <a:solidFill>
                  <a:srgbClr val="171717"/>
                </a:solidFill>
                <a:latin typeface="Segoe UI"/>
                <a:cs typeface="Segoe UI"/>
              </a:rPr>
              <a:t> </a:t>
            </a:r>
            <a:r>
              <a:rPr lang="fr-FR" dirty="0">
                <a:solidFill>
                  <a:srgbClr val="171717"/>
                </a:solidFill>
                <a:latin typeface="Segoe UI"/>
                <a:cs typeface="Segoe UI"/>
              </a:rPr>
              <a:t>secondaire</a:t>
            </a:r>
            <a:r>
              <a:rPr lang="fr-FR" spc="-25" dirty="0">
                <a:solidFill>
                  <a:srgbClr val="171717"/>
                </a:solidFill>
                <a:latin typeface="Segoe UI"/>
                <a:cs typeface="Segoe UI"/>
              </a:rPr>
              <a:t> </a:t>
            </a:r>
            <a:r>
              <a:rPr lang="fr-FR" dirty="0">
                <a:solidFill>
                  <a:srgbClr val="171717"/>
                </a:solidFill>
                <a:latin typeface="Segoe UI"/>
                <a:cs typeface="Segoe UI"/>
              </a:rPr>
              <a:t>située</a:t>
            </a:r>
            <a:r>
              <a:rPr lang="fr-FR" spc="-35" dirty="0">
                <a:solidFill>
                  <a:srgbClr val="171717"/>
                </a:solidFill>
                <a:latin typeface="Segoe UI"/>
                <a:cs typeface="Segoe UI"/>
              </a:rPr>
              <a:t> </a:t>
            </a:r>
            <a:r>
              <a:rPr lang="fr-FR" dirty="0">
                <a:solidFill>
                  <a:srgbClr val="171717"/>
                </a:solidFill>
                <a:latin typeface="Segoe UI"/>
                <a:cs typeface="Segoe UI"/>
              </a:rPr>
              <a:t>à</a:t>
            </a:r>
            <a:r>
              <a:rPr lang="fr-FR" spc="-45" dirty="0">
                <a:solidFill>
                  <a:srgbClr val="171717"/>
                </a:solidFill>
                <a:latin typeface="Segoe UI"/>
                <a:cs typeface="Segoe UI"/>
              </a:rPr>
              <a:t> </a:t>
            </a:r>
            <a:r>
              <a:rPr lang="fr-FR" dirty="0">
                <a:solidFill>
                  <a:srgbClr val="171717"/>
                </a:solidFill>
                <a:latin typeface="Segoe UI"/>
                <a:cs typeface="Segoe UI"/>
              </a:rPr>
              <a:t>des</a:t>
            </a:r>
            <a:r>
              <a:rPr lang="fr-FR" spc="-40" dirty="0">
                <a:solidFill>
                  <a:srgbClr val="171717"/>
                </a:solidFill>
                <a:latin typeface="Segoe UI"/>
                <a:cs typeface="Segoe UI"/>
              </a:rPr>
              <a:t> </a:t>
            </a:r>
            <a:r>
              <a:rPr lang="fr-FR" dirty="0">
                <a:solidFill>
                  <a:srgbClr val="171717"/>
                </a:solidFill>
                <a:latin typeface="Segoe UI"/>
                <a:cs typeface="Segoe UI"/>
              </a:rPr>
              <a:t>centaines</a:t>
            </a:r>
            <a:r>
              <a:rPr lang="fr-FR" spc="-55" dirty="0">
                <a:solidFill>
                  <a:srgbClr val="171717"/>
                </a:solidFill>
                <a:latin typeface="Segoe UI"/>
                <a:cs typeface="Segoe UI"/>
              </a:rPr>
              <a:t> </a:t>
            </a:r>
            <a:r>
              <a:rPr lang="fr-FR" dirty="0">
                <a:solidFill>
                  <a:srgbClr val="171717"/>
                </a:solidFill>
                <a:latin typeface="Segoe UI"/>
                <a:cs typeface="Segoe UI"/>
              </a:rPr>
              <a:t>de</a:t>
            </a:r>
            <a:r>
              <a:rPr lang="fr-FR" spc="-45" dirty="0">
                <a:solidFill>
                  <a:srgbClr val="171717"/>
                </a:solidFill>
                <a:latin typeface="Segoe UI"/>
                <a:cs typeface="Segoe UI"/>
              </a:rPr>
              <a:t> </a:t>
            </a:r>
            <a:r>
              <a:rPr lang="fr-FR" dirty="0">
                <a:solidFill>
                  <a:srgbClr val="171717"/>
                </a:solidFill>
                <a:latin typeface="Segoe UI"/>
                <a:cs typeface="Segoe UI"/>
              </a:rPr>
              <a:t>kilomètres</a:t>
            </a:r>
            <a:r>
              <a:rPr lang="fr-FR" spc="-15" dirty="0">
                <a:solidFill>
                  <a:srgbClr val="171717"/>
                </a:solidFill>
                <a:latin typeface="Segoe UI"/>
                <a:cs typeface="Segoe UI"/>
              </a:rPr>
              <a:t> </a:t>
            </a:r>
            <a:r>
              <a:rPr lang="fr-FR" dirty="0">
                <a:solidFill>
                  <a:srgbClr val="171717"/>
                </a:solidFill>
                <a:latin typeface="Segoe UI"/>
                <a:cs typeface="Segoe UI"/>
              </a:rPr>
              <a:t>de</a:t>
            </a:r>
            <a:r>
              <a:rPr lang="fr-FR" spc="-45" dirty="0">
                <a:solidFill>
                  <a:srgbClr val="171717"/>
                </a:solidFill>
                <a:latin typeface="Segoe UI"/>
                <a:cs typeface="Segoe UI"/>
              </a:rPr>
              <a:t> </a:t>
            </a:r>
            <a:r>
              <a:rPr lang="fr-FR" dirty="0">
                <a:solidFill>
                  <a:srgbClr val="171717"/>
                </a:solidFill>
                <a:latin typeface="Segoe UI"/>
                <a:cs typeface="Segoe UI"/>
              </a:rPr>
              <a:t>la</a:t>
            </a:r>
            <a:r>
              <a:rPr lang="fr-FR" spc="-45" dirty="0">
                <a:solidFill>
                  <a:srgbClr val="171717"/>
                </a:solidFill>
                <a:latin typeface="Segoe UI"/>
                <a:cs typeface="Segoe UI"/>
              </a:rPr>
              <a:t> </a:t>
            </a:r>
            <a:r>
              <a:rPr lang="fr-FR" dirty="0">
                <a:solidFill>
                  <a:srgbClr val="171717"/>
                </a:solidFill>
                <a:latin typeface="Segoe UI"/>
                <a:cs typeface="Segoe UI"/>
              </a:rPr>
              <a:t>région</a:t>
            </a:r>
            <a:r>
              <a:rPr lang="fr-FR" spc="-30" dirty="0">
                <a:solidFill>
                  <a:srgbClr val="171717"/>
                </a:solidFill>
                <a:latin typeface="Segoe UI"/>
                <a:cs typeface="Segoe UI"/>
              </a:rPr>
              <a:t> </a:t>
            </a:r>
            <a:r>
              <a:rPr lang="fr-FR" spc="-10" dirty="0">
                <a:solidFill>
                  <a:srgbClr val="171717"/>
                </a:solidFill>
                <a:latin typeface="Segoe UI"/>
                <a:cs typeface="Segoe UI"/>
              </a:rPr>
              <a:t>primaire.</a:t>
            </a:r>
          </a:p>
          <a:p>
            <a:pPr marL="12065" marR="6350" indent="0" algn="just">
              <a:lnSpc>
                <a:spcPct val="100000"/>
              </a:lnSpc>
              <a:spcBef>
                <a:spcPts val="10"/>
              </a:spcBef>
              <a:buNone/>
              <a:tabLst>
                <a:tab pos="299085" algn="l"/>
                <a:tab pos="352425" algn="l"/>
              </a:tabLst>
            </a:pPr>
            <a:endParaRPr lang="fr-FR" dirty="0">
              <a:latin typeface="Segoe UI"/>
              <a:cs typeface="Segoe UI"/>
            </a:endParaRPr>
          </a:p>
          <a:p>
            <a:pPr marL="299085" marR="5080" indent="-287020" algn="just">
              <a:lnSpc>
                <a:spcPct val="100000"/>
              </a:lnSpc>
              <a:buChar char="-"/>
              <a:tabLst>
                <a:tab pos="299085" algn="l"/>
                <a:tab pos="352425" algn="l"/>
              </a:tabLst>
            </a:pPr>
            <a:r>
              <a:rPr lang="fr-FR" dirty="0">
                <a:solidFill>
                  <a:srgbClr val="171717"/>
                </a:solidFill>
                <a:latin typeface="Segoe UI"/>
                <a:cs typeface="Segoe UI"/>
              </a:rPr>
              <a:t>Par</a:t>
            </a:r>
            <a:r>
              <a:rPr lang="fr-FR" spc="60" dirty="0">
                <a:solidFill>
                  <a:srgbClr val="171717"/>
                </a:solidFill>
                <a:latin typeface="Segoe UI"/>
                <a:cs typeface="Segoe UI"/>
              </a:rPr>
              <a:t> </a:t>
            </a:r>
            <a:r>
              <a:rPr lang="fr-FR" dirty="0">
                <a:solidFill>
                  <a:srgbClr val="171717"/>
                </a:solidFill>
                <a:latin typeface="Segoe UI"/>
                <a:cs typeface="Segoe UI"/>
              </a:rPr>
              <a:t>défaut,</a:t>
            </a:r>
            <a:r>
              <a:rPr lang="fr-FR" spc="55" dirty="0">
                <a:solidFill>
                  <a:srgbClr val="171717"/>
                </a:solidFill>
                <a:latin typeface="Segoe UI"/>
                <a:cs typeface="Segoe UI"/>
              </a:rPr>
              <a:t> </a:t>
            </a:r>
            <a:r>
              <a:rPr lang="fr-FR" dirty="0">
                <a:solidFill>
                  <a:srgbClr val="171717"/>
                </a:solidFill>
                <a:latin typeface="Segoe UI"/>
                <a:cs typeface="Segoe UI"/>
              </a:rPr>
              <a:t>les</a:t>
            </a:r>
            <a:r>
              <a:rPr lang="fr-FR" spc="50" dirty="0">
                <a:solidFill>
                  <a:srgbClr val="171717"/>
                </a:solidFill>
                <a:latin typeface="Segoe UI"/>
                <a:cs typeface="Segoe UI"/>
              </a:rPr>
              <a:t> </a:t>
            </a:r>
            <a:r>
              <a:rPr lang="fr-FR" dirty="0">
                <a:solidFill>
                  <a:srgbClr val="171717"/>
                </a:solidFill>
                <a:latin typeface="Segoe UI"/>
                <a:cs typeface="Segoe UI"/>
              </a:rPr>
              <a:t>données</a:t>
            </a:r>
            <a:r>
              <a:rPr lang="fr-FR" spc="55" dirty="0">
                <a:solidFill>
                  <a:srgbClr val="171717"/>
                </a:solidFill>
                <a:latin typeface="Segoe UI"/>
                <a:cs typeface="Segoe UI"/>
              </a:rPr>
              <a:t> </a:t>
            </a:r>
            <a:r>
              <a:rPr lang="fr-FR" dirty="0">
                <a:solidFill>
                  <a:srgbClr val="171717"/>
                </a:solidFill>
                <a:latin typeface="Segoe UI"/>
                <a:cs typeface="Segoe UI"/>
              </a:rPr>
              <a:t>de</a:t>
            </a:r>
            <a:r>
              <a:rPr lang="fr-FR" spc="60" dirty="0">
                <a:solidFill>
                  <a:srgbClr val="171717"/>
                </a:solidFill>
                <a:latin typeface="Segoe UI"/>
                <a:cs typeface="Segoe UI"/>
              </a:rPr>
              <a:t> </a:t>
            </a:r>
            <a:r>
              <a:rPr lang="fr-FR" dirty="0">
                <a:solidFill>
                  <a:srgbClr val="171717"/>
                </a:solidFill>
                <a:latin typeface="Segoe UI"/>
                <a:cs typeface="Segoe UI"/>
              </a:rPr>
              <a:t>la</a:t>
            </a:r>
            <a:r>
              <a:rPr lang="fr-FR" spc="80" dirty="0">
                <a:solidFill>
                  <a:srgbClr val="171717"/>
                </a:solidFill>
                <a:latin typeface="Segoe UI"/>
                <a:cs typeface="Segoe UI"/>
              </a:rPr>
              <a:t> </a:t>
            </a:r>
            <a:r>
              <a:rPr lang="fr-FR" dirty="0">
                <a:solidFill>
                  <a:srgbClr val="171717"/>
                </a:solidFill>
                <a:latin typeface="Segoe UI"/>
                <a:cs typeface="Segoe UI"/>
              </a:rPr>
              <a:t>région</a:t>
            </a:r>
            <a:r>
              <a:rPr lang="fr-FR" spc="45" dirty="0">
                <a:solidFill>
                  <a:srgbClr val="171717"/>
                </a:solidFill>
                <a:latin typeface="Segoe UI"/>
                <a:cs typeface="Segoe UI"/>
              </a:rPr>
              <a:t> </a:t>
            </a:r>
            <a:r>
              <a:rPr lang="fr-FR" dirty="0">
                <a:solidFill>
                  <a:srgbClr val="171717"/>
                </a:solidFill>
                <a:latin typeface="Segoe UI"/>
                <a:cs typeface="Segoe UI"/>
              </a:rPr>
              <a:t>secondaire</a:t>
            </a:r>
            <a:r>
              <a:rPr lang="fr-FR" spc="65" dirty="0">
                <a:solidFill>
                  <a:srgbClr val="171717"/>
                </a:solidFill>
                <a:latin typeface="Segoe UI"/>
                <a:cs typeface="Segoe UI"/>
              </a:rPr>
              <a:t> </a:t>
            </a:r>
            <a:r>
              <a:rPr lang="fr-FR" dirty="0">
                <a:solidFill>
                  <a:srgbClr val="171717"/>
                </a:solidFill>
                <a:latin typeface="Segoe UI"/>
                <a:cs typeface="Segoe UI"/>
              </a:rPr>
              <a:t>ne</a:t>
            </a:r>
            <a:r>
              <a:rPr lang="fr-FR" spc="55" dirty="0">
                <a:solidFill>
                  <a:srgbClr val="171717"/>
                </a:solidFill>
                <a:latin typeface="Segoe UI"/>
                <a:cs typeface="Segoe UI"/>
              </a:rPr>
              <a:t> </a:t>
            </a:r>
            <a:r>
              <a:rPr lang="fr-FR" dirty="0">
                <a:solidFill>
                  <a:srgbClr val="171717"/>
                </a:solidFill>
                <a:latin typeface="Segoe UI"/>
                <a:cs typeface="Segoe UI"/>
              </a:rPr>
              <a:t>sont</a:t>
            </a:r>
            <a:r>
              <a:rPr lang="fr-FR" spc="65" dirty="0">
                <a:solidFill>
                  <a:srgbClr val="171717"/>
                </a:solidFill>
                <a:latin typeface="Segoe UI"/>
                <a:cs typeface="Segoe UI"/>
              </a:rPr>
              <a:t> </a:t>
            </a:r>
            <a:r>
              <a:rPr lang="fr-FR" dirty="0">
                <a:solidFill>
                  <a:srgbClr val="171717"/>
                </a:solidFill>
                <a:latin typeface="Segoe UI"/>
                <a:cs typeface="Segoe UI"/>
              </a:rPr>
              <a:t>pas</a:t>
            </a:r>
            <a:r>
              <a:rPr lang="fr-FR" spc="50" dirty="0">
                <a:solidFill>
                  <a:srgbClr val="171717"/>
                </a:solidFill>
                <a:latin typeface="Segoe UI"/>
                <a:cs typeface="Segoe UI"/>
              </a:rPr>
              <a:t> </a:t>
            </a:r>
            <a:r>
              <a:rPr lang="fr-FR" dirty="0">
                <a:solidFill>
                  <a:srgbClr val="171717"/>
                </a:solidFill>
                <a:latin typeface="Segoe UI"/>
                <a:cs typeface="Segoe UI"/>
              </a:rPr>
              <a:t>disponibles</a:t>
            </a:r>
            <a:r>
              <a:rPr lang="fr-FR" spc="65" dirty="0">
                <a:solidFill>
                  <a:srgbClr val="171717"/>
                </a:solidFill>
                <a:latin typeface="Segoe UI"/>
                <a:cs typeface="Segoe UI"/>
              </a:rPr>
              <a:t> </a:t>
            </a:r>
            <a:r>
              <a:rPr lang="fr-FR" dirty="0">
                <a:solidFill>
                  <a:srgbClr val="171717"/>
                </a:solidFill>
                <a:latin typeface="Segoe UI"/>
                <a:cs typeface="Segoe UI"/>
              </a:rPr>
              <a:t>pour</a:t>
            </a:r>
            <a:r>
              <a:rPr lang="fr-FR" spc="65" dirty="0">
                <a:solidFill>
                  <a:srgbClr val="171717"/>
                </a:solidFill>
                <a:latin typeface="Segoe UI"/>
                <a:cs typeface="Segoe UI"/>
              </a:rPr>
              <a:t> </a:t>
            </a:r>
            <a:r>
              <a:rPr lang="fr-FR" dirty="0">
                <a:solidFill>
                  <a:srgbClr val="171717"/>
                </a:solidFill>
                <a:latin typeface="Segoe UI"/>
                <a:cs typeface="Segoe UI"/>
              </a:rPr>
              <a:t>l’accès</a:t>
            </a:r>
            <a:r>
              <a:rPr lang="fr-FR" spc="50" dirty="0">
                <a:solidFill>
                  <a:srgbClr val="171717"/>
                </a:solidFill>
                <a:latin typeface="Segoe UI"/>
                <a:cs typeface="Segoe UI"/>
              </a:rPr>
              <a:t> </a:t>
            </a:r>
            <a:r>
              <a:rPr lang="fr-FR" dirty="0">
                <a:solidFill>
                  <a:srgbClr val="171717"/>
                </a:solidFill>
                <a:latin typeface="Segoe UI"/>
                <a:cs typeface="Segoe UI"/>
              </a:rPr>
              <a:t>en</a:t>
            </a:r>
            <a:r>
              <a:rPr lang="fr-FR" spc="60" dirty="0">
                <a:solidFill>
                  <a:srgbClr val="171717"/>
                </a:solidFill>
                <a:latin typeface="Segoe UI"/>
                <a:cs typeface="Segoe UI"/>
              </a:rPr>
              <a:t> </a:t>
            </a:r>
            <a:r>
              <a:rPr lang="fr-FR" dirty="0">
                <a:solidFill>
                  <a:srgbClr val="171717"/>
                </a:solidFill>
                <a:latin typeface="Segoe UI"/>
                <a:cs typeface="Segoe UI"/>
              </a:rPr>
              <a:t>lecture</a:t>
            </a:r>
            <a:r>
              <a:rPr lang="fr-FR" spc="60" dirty="0">
                <a:solidFill>
                  <a:srgbClr val="171717"/>
                </a:solidFill>
                <a:latin typeface="Segoe UI"/>
                <a:cs typeface="Segoe UI"/>
              </a:rPr>
              <a:t> </a:t>
            </a:r>
            <a:r>
              <a:rPr lang="fr-FR" dirty="0">
                <a:solidFill>
                  <a:srgbClr val="171717"/>
                </a:solidFill>
                <a:latin typeface="Segoe UI"/>
                <a:cs typeface="Segoe UI"/>
              </a:rPr>
              <a:t>ni</a:t>
            </a:r>
            <a:r>
              <a:rPr lang="fr-FR" spc="70" dirty="0">
                <a:solidFill>
                  <a:srgbClr val="171717"/>
                </a:solidFill>
                <a:latin typeface="Segoe UI"/>
                <a:cs typeface="Segoe UI"/>
              </a:rPr>
              <a:t> </a:t>
            </a:r>
            <a:r>
              <a:rPr lang="fr-FR" dirty="0">
                <a:solidFill>
                  <a:srgbClr val="171717"/>
                </a:solidFill>
                <a:latin typeface="Segoe UI"/>
                <a:cs typeface="Segoe UI"/>
              </a:rPr>
              <a:t>en</a:t>
            </a:r>
            <a:r>
              <a:rPr lang="fr-FR" spc="50" dirty="0">
                <a:solidFill>
                  <a:srgbClr val="171717"/>
                </a:solidFill>
                <a:latin typeface="Segoe UI"/>
                <a:cs typeface="Segoe UI"/>
              </a:rPr>
              <a:t> </a:t>
            </a:r>
            <a:r>
              <a:rPr lang="fr-FR" dirty="0">
                <a:solidFill>
                  <a:srgbClr val="171717"/>
                </a:solidFill>
                <a:latin typeface="Segoe UI"/>
                <a:cs typeface="Segoe UI"/>
              </a:rPr>
              <a:t>écriture,</a:t>
            </a:r>
            <a:r>
              <a:rPr lang="fr-FR" spc="65" dirty="0">
                <a:solidFill>
                  <a:srgbClr val="171717"/>
                </a:solidFill>
                <a:latin typeface="Segoe UI"/>
                <a:cs typeface="Segoe UI"/>
              </a:rPr>
              <a:t> </a:t>
            </a:r>
            <a:r>
              <a:rPr lang="fr-FR" dirty="0">
                <a:solidFill>
                  <a:srgbClr val="171717"/>
                </a:solidFill>
                <a:latin typeface="Segoe UI"/>
                <a:cs typeface="Segoe UI"/>
              </a:rPr>
              <a:t>sauf</a:t>
            </a:r>
            <a:r>
              <a:rPr lang="fr-FR" spc="65" dirty="0">
                <a:solidFill>
                  <a:srgbClr val="171717"/>
                </a:solidFill>
                <a:latin typeface="Segoe UI"/>
                <a:cs typeface="Segoe UI"/>
              </a:rPr>
              <a:t> </a:t>
            </a:r>
            <a:r>
              <a:rPr lang="fr-FR" spc="-25" dirty="0">
                <a:solidFill>
                  <a:srgbClr val="171717"/>
                </a:solidFill>
                <a:latin typeface="Segoe UI"/>
                <a:cs typeface="Segoe UI"/>
              </a:rPr>
              <a:t>en </a:t>
            </a:r>
            <a:r>
              <a:rPr lang="fr-FR" dirty="0">
                <a:solidFill>
                  <a:srgbClr val="171717"/>
                </a:solidFill>
                <a:latin typeface="Segoe UI"/>
                <a:cs typeface="Segoe UI"/>
              </a:rPr>
              <a:t>cas</a:t>
            </a:r>
            <a:r>
              <a:rPr lang="fr-FR" spc="320" dirty="0">
                <a:solidFill>
                  <a:srgbClr val="171717"/>
                </a:solidFill>
                <a:latin typeface="Segoe UI"/>
                <a:cs typeface="Segoe UI"/>
              </a:rPr>
              <a:t> </a:t>
            </a:r>
            <a:r>
              <a:rPr lang="fr-FR" dirty="0">
                <a:solidFill>
                  <a:srgbClr val="171717"/>
                </a:solidFill>
                <a:latin typeface="Segoe UI"/>
                <a:cs typeface="Segoe UI"/>
              </a:rPr>
              <a:t>de</a:t>
            </a:r>
            <a:r>
              <a:rPr lang="fr-FR" spc="340" dirty="0">
                <a:solidFill>
                  <a:srgbClr val="171717"/>
                </a:solidFill>
                <a:latin typeface="Segoe UI"/>
                <a:cs typeface="Segoe UI"/>
              </a:rPr>
              <a:t> </a:t>
            </a:r>
            <a:r>
              <a:rPr lang="fr-FR" dirty="0">
                <a:solidFill>
                  <a:srgbClr val="171717"/>
                </a:solidFill>
                <a:latin typeface="Segoe UI"/>
                <a:cs typeface="Segoe UI"/>
              </a:rPr>
              <a:t>basculement</a:t>
            </a:r>
            <a:r>
              <a:rPr lang="fr-FR" spc="325" dirty="0">
                <a:solidFill>
                  <a:srgbClr val="171717"/>
                </a:solidFill>
                <a:latin typeface="Segoe UI"/>
                <a:cs typeface="Segoe UI"/>
              </a:rPr>
              <a:t> </a:t>
            </a:r>
            <a:r>
              <a:rPr lang="fr-FR" dirty="0">
                <a:solidFill>
                  <a:srgbClr val="171717"/>
                </a:solidFill>
                <a:latin typeface="Segoe UI"/>
                <a:cs typeface="Segoe UI"/>
              </a:rPr>
              <a:t>vers</a:t>
            </a:r>
            <a:r>
              <a:rPr lang="fr-FR" spc="330" dirty="0">
                <a:solidFill>
                  <a:srgbClr val="171717"/>
                </a:solidFill>
                <a:latin typeface="Segoe UI"/>
                <a:cs typeface="Segoe UI"/>
              </a:rPr>
              <a:t> </a:t>
            </a:r>
            <a:r>
              <a:rPr lang="fr-FR" dirty="0">
                <a:solidFill>
                  <a:srgbClr val="171717"/>
                </a:solidFill>
                <a:latin typeface="Segoe UI"/>
                <a:cs typeface="Segoe UI"/>
              </a:rPr>
              <a:t>la</a:t>
            </a:r>
            <a:r>
              <a:rPr lang="fr-FR" spc="335" dirty="0">
                <a:solidFill>
                  <a:srgbClr val="171717"/>
                </a:solidFill>
                <a:latin typeface="Segoe UI"/>
                <a:cs typeface="Segoe UI"/>
              </a:rPr>
              <a:t> </a:t>
            </a:r>
            <a:r>
              <a:rPr lang="fr-FR" dirty="0">
                <a:solidFill>
                  <a:srgbClr val="171717"/>
                </a:solidFill>
                <a:latin typeface="Segoe UI"/>
                <a:cs typeface="Segoe UI"/>
              </a:rPr>
              <a:t>région</a:t>
            </a:r>
            <a:r>
              <a:rPr lang="fr-FR" spc="320" dirty="0">
                <a:solidFill>
                  <a:srgbClr val="171717"/>
                </a:solidFill>
                <a:latin typeface="Segoe UI"/>
                <a:cs typeface="Segoe UI"/>
              </a:rPr>
              <a:t> </a:t>
            </a:r>
            <a:r>
              <a:rPr lang="fr-FR" dirty="0">
                <a:solidFill>
                  <a:srgbClr val="171717"/>
                </a:solidFill>
                <a:latin typeface="Segoe UI"/>
                <a:cs typeface="Segoe UI"/>
              </a:rPr>
              <a:t>secondaire.</a:t>
            </a:r>
            <a:r>
              <a:rPr lang="fr-FR" spc="325" dirty="0">
                <a:solidFill>
                  <a:srgbClr val="171717"/>
                </a:solidFill>
                <a:latin typeface="Segoe UI"/>
                <a:cs typeface="Segoe UI"/>
              </a:rPr>
              <a:t> </a:t>
            </a:r>
          </a:p>
          <a:p>
            <a:pPr marL="299085" marR="5080" indent="-287020" algn="just">
              <a:lnSpc>
                <a:spcPct val="100000"/>
              </a:lnSpc>
              <a:buChar char="-"/>
              <a:tabLst>
                <a:tab pos="299085" algn="l"/>
                <a:tab pos="352425" algn="l"/>
              </a:tabLst>
            </a:pPr>
            <a:endParaRPr lang="fr-FR" spc="325" dirty="0">
              <a:solidFill>
                <a:srgbClr val="171717"/>
              </a:solidFill>
              <a:latin typeface="Segoe UI"/>
              <a:cs typeface="Segoe UI"/>
            </a:endParaRPr>
          </a:p>
          <a:p>
            <a:pPr marL="299085" marR="5080" indent="-287020" algn="just">
              <a:lnSpc>
                <a:spcPct val="100000"/>
              </a:lnSpc>
              <a:buChar char="-"/>
              <a:tabLst>
                <a:tab pos="299085" algn="l"/>
                <a:tab pos="352425" algn="l"/>
              </a:tabLst>
            </a:pPr>
            <a:r>
              <a:rPr lang="fr-FR" dirty="0">
                <a:solidFill>
                  <a:srgbClr val="171717"/>
                </a:solidFill>
                <a:latin typeface="Segoe UI"/>
                <a:cs typeface="Segoe UI"/>
              </a:rPr>
              <a:t>Si</a:t>
            </a:r>
            <a:r>
              <a:rPr lang="fr-FR" spc="315" dirty="0">
                <a:solidFill>
                  <a:srgbClr val="171717"/>
                </a:solidFill>
                <a:latin typeface="Segoe UI"/>
                <a:cs typeface="Segoe UI"/>
              </a:rPr>
              <a:t> </a:t>
            </a:r>
            <a:r>
              <a:rPr lang="fr-FR" dirty="0">
                <a:solidFill>
                  <a:srgbClr val="171717"/>
                </a:solidFill>
                <a:latin typeface="Segoe UI"/>
                <a:cs typeface="Segoe UI"/>
              </a:rPr>
              <a:t>la</a:t>
            </a:r>
            <a:r>
              <a:rPr lang="fr-FR" spc="345" dirty="0">
                <a:solidFill>
                  <a:srgbClr val="171717"/>
                </a:solidFill>
                <a:latin typeface="Segoe UI"/>
                <a:cs typeface="Segoe UI"/>
              </a:rPr>
              <a:t> </a:t>
            </a:r>
            <a:r>
              <a:rPr lang="fr-FR" dirty="0">
                <a:solidFill>
                  <a:srgbClr val="171717"/>
                </a:solidFill>
                <a:latin typeface="Segoe UI"/>
                <a:cs typeface="Segoe UI"/>
              </a:rPr>
              <a:t>région</a:t>
            </a:r>
            <a:r>
              <a:rPr lang="fr-FR" spc="330" dirty="0">
                <a:solidFill>
                  <a:srgbClr val="171717"/>
                </a:solidFill>
                <a:latin typeface="Segoe UI"/>
                <a:cs typeface="Segoe UI"/>
              </a:rPr>
              <a:t> </a:t>
            </a:r>
            <a:r>
              <a:rPr lang="fr-FR" dirty="0">
                <a:solidFill>
                  <a:srgbClr val="171717"/>
                </a:solidFill>
                <a:latin typeface="Segoe UI"/>
                <a:cs typeface="Segoe UI"/>
              </a:rPr>
              <a:t>primaire</a:t>
            </a:r>
            <a:r>
              <a:rPr lang="fr-FR" spc="340" dirty="0">
                <a:solidFill>
                  <a:srgbClr val="171717"/>
                </a:solidFill>
                <a:latin typeface="Segoe UI"/>
                <a:cs typeface="Segoe UI"/>
              </a:rPr>
              <a:t> </a:t>
            </a:r>
            <a:r>
              <a:rPr lang="fr-FR" dirty="0">
                <a:solidFill>
                  <a:srgbClr val="171717"/>
                </a:solidFill>
                <a:latin typeface="Segoe UI"/>
                <a:cs typeface="Segoe UI"/>
              </a:rPr>
              <a:t>devient</a:t>
            </a:r>
            <a:r>
              <a:rPr lang="fr-FR" spc="320" dirty="0">
                <a:solidFill>
                  <a:srgbClr val="171717"/>
                </a:solidFill>
                <a:latin typeface="Segoe UI"/>
                <a:cs typeface="Segoe UI"/>
              </a:rPr>
              <a:t> </a:t>
            </a:r>
            <a:r>
              <a:rPr lang="fr-FR" dirty="0">
                <a:solidFill>
                  <a:srgbClr val="171717"/>
                </a:solidFill>
                <a:latin typeface="Segoe UI"/>
                <a:cs typeface="Segoe UI"/>
              </a:rPr>
              <a:t>indisponible,</a:t>
            </a:r>
            <a:r>
              <a:rPr lang="fr-FR" spc="340" dirty="0">
                <a:solidFill>
                  <a:srgbClr val="171717"/>
                </a:solidFill>
                <a:latin typeface="Segoe UI"/>
                <a:cs typeface="Segoe UI"/>
              </a:rPr>
              <a:t> </a:t>
            </a:r>
            <a:r>
              <a:rPr lang="fr-FR" dirty="0">
                <a:solidFill>
                  <a:srgbClr val="171717"/>
                </a:solidFill>
                <a:latin typeface="Segoe UI"/>
                <a:cs typeface="Segoe UI"/>
              </a:rPr>
              <a:t>vous</a:t>
            </a:r>
            <a:r>
              <a:rPr lang="fr-FR" spc="325" dirty="0">
                <a:solidFill>
                  <a:srgbClr val="171717"/>
                </a:solidFill>
                <a:latin typeface="Segoe UI"/>
                <a:cs typeface="Segoe UI"/>
              </a:rPr>
              <a:t> </a:t>
            </a:r>
            <a:r>
              <a:rPr lang="fr-FR" dirty="0">
                <a:solidFill>
                  <a:srgbClr val="171717"/>
                </a:solidFill>
                <a:latin typeface="Segoe UI"/>
                <a:cs typeface="Segoe UI"/>
              </a:rPr>
              <a:t>pouvez</a:t>
            </a:r>
            <a:r>
              <a:rPr lang="fr-FR" spc="325" dirty="0">
                <a:solidFill>
                  <a:srgbClr val="171717"/>
                </a:solidFill>
                <a:latin typeface="Segoe UI"/>
                <a:cs typeface="Segoe UI"/>
              </a:rPr>
              <a:t> </a:t>
            </a:r>
            <a:r>
              <a:rPr lang="fr-FR" dirty="0">
                <a:solidFill>
                  <a:srgbClr val="171717"/>
                </a:solidFill>
                <a:latin typeface="Segoe UI"/>
                <a:cs typeface="Segoe UI"/>
              </a:rPr>
              <a:t>choisir</a:t>
            </a:r>
            <a:r>
              <a:rPr lang="fr-FR" spc="330" dirty="0">
                <a:solidFill>
                  <a:srgbClr val="171717"/>
                </a:solidFill>
                <a:latin typeface="Segoe UI"/>
                <a:cs typeface="Segoe UI"/>
              </a:rPr>
              <a:t> </a:t>
            </a:r>
            <a:r>
              <a:rPr lang="fr-FR" spc="-25" dirty="0">
                <a:solidFill>
                  <a:srgbClr val="171717"/>
                </a:solidFill>
                <a:latin typeface="Segoe UI"/>
                <a:cs typeface="Segoe UI"/>
              </a:rPr>
              <a:t>de </a:t>
            </a:r>
            <a:r>
              <a:rPr lang="fr-FR" dirty="0">
                <a:solidFill>
                  <a:srgbClr val="171717"/>
                </a:solidFill>
                <a:latin typeface="Segoe UI"/>
                <a:cs typeface="Segoe UI"/>
              </a:rPr>
              <a:t>basculer</a:t>
            </a:r>
            <a:r>
              <a:rPr lang="fr-FR" spc="35" dirty="0">
                <a:solidFill>
                  <a:srgbClr val="171717"/>
                </a:solidFill>
                <a:latin typeface="Segoe UI"/>
                <a:cs typeface="Segoe UI"/>
              </a:rPr>
              <a:t> </a:t>
            </a:r>
            <a:r>
              <a:rPr lang="fr-FR" dirty="0">
                <a:solidFill>
                  <a:srgbClr val="171717"/>
                </a:solidFill>
                <a:latin typeface="Segoe UI"/>
                <a:cs typeface="Segoe UI"/>
              </a:rPr>
              <a:t>vers</a:t>
            </a:r>
            <a:r>
              <a:rPr lang="fr-FR" spc="40" dirty="0">
                <a:solidFill>
                  <a:srgbClr val="171717"/>
                </a:solidFill>
                <a:latin typeface="Segoe UI"/>
                <a:cs typeface="Segoe UI"/>
              </a:rPr>
              <a:t> </a:t>
            </a:r>
            <a:r>
              <a:rPr lang="fr-FR" dirty="0">
                <a:solidFill>
                  <a:srgbClr val="171717"/>
                </a:solidFill>
                <a:latin typeface="Segoe UI"/>
                <a:cs typeface="Segoe UI"/>
              </a:rPr>
              <a:t>la</a:t>
            </a:r>
            <a:r>
              <a:rPr lang="fr-FR" spc="60" dirty="0">
                <a:solidFill>
                  <a:srgbClr val="171717"/>
                </a:solidFill>
                <a:latin typeface="Segoe UI"/>
                <a:cs typeface="Segoe UI"/>
              </a:rPr>
              <a:t> </a:t>
            </a:r>
            <a:r>
              <a:rPr lang="fr-FR" dirty="0">
                <a:solidFill>
                  <a:srgbClr val="171717"/>
                </a:solidFill>
                <a:latin typeface="Segoe UI"/>
                <a:cs typeface="Segoe UI"/>
              </a:rPr>
              <a:t>région</a:t>
            </a:r>
            <a:r>
              <a:rPr lang="fr-FR" spc="45" dirty="0">
                <a:solidFill>
                  <a:srgbClr val="171717"/>
                </a:solidFill>
                <a:latin typeface="Segoe UI"/>
                <a:cs typeface="Segoe UI"/>
              </a:rPr>
              <a:t> </a:t>
            </a:r>
            <a:r>
              <a:rPr lang="fr-FR" dirty="0">
                <a:solidFill>
                  <a:srgbClr val="171717"/>
                </a:solidFill>
                <a:latin typeface="Segoe UI"/>
                <a:cs typeface="Segoe UI"/>
              </a:rPr>
              <a:t>secondaire.</a:t>
            </a:r>
            <a:r>
              <a:rPr lang="fr-FR" spc="40" dirty="0">
                <a:solidFill>
                  <a:srgbClr val="171717"/>
                </a:solidFill>
                <a:latin typeface="Segoe UI"/>
                <a:cs typeface="Segoe UI"/>
              </a:rPr>
              <a:t> </a:t>
            </a:r>
            <a:r>
              <a:rPr lang="fr-FR" dirty="0">
                <a:solidFill>
                  <a:srgbClr val="171717"/>
                </a:solidFill>
                <a:latin typeface="Segoe UI"/>
                <a:cs typeface="Segoe UI"/>
              </a:rPr>
              <a:t>Une</a:t>
            </a:r>
            <a:r>
              <a:rPr lang="fr-FR" spc="50" dirty="0">
                <a:solidFill>
                  <a:srgbClr val="171717"/>
                </a:solidFill>
                <a:latin typeface="Segoe UI"/>
                <a:cs typeface="Segoe UI"/>
              </a:rPr>
              <a:t> </a:t>
            </a:r>
            <a:r>
              <a:rPr lang="fr-FR" dirty="0">
                <a:solidFill>
                  <a:srgbClr val="171717"/>
                </a:solidFill>
                <a:latin typeface="Segoe UI"/>
                <a:cs typeface="Segoe UI"/>
              </a:rPr>
              <a:t>fois</a:t>
            </a:r>
            <a:r>
              <a:rPr lang="fr-FR" spc="40" dirty="0">
                <a:solidFill>
                  <a:srgbClr val="171717"/>
                </a:solidFill>
                <a:latin typeface="Segoe UI"/>
                <a:cs typeface="Segoe UI"/>
              </a:rPr>
              <a:t> </a:t>
            </a:r>
            <a:r>
              <a:rPr lang="fr-FR" dirty="0">
                <a:solidFill>
                  <a:srgbClr val="171717"/>
                </a:solidFill>
                <a:latin typeface="Segoe UI"/>
                <a:cs typeface="Segoe UI"/>
              </a:rPr>
              <a:t>le</a:t>
            </a:r>
            <a:r>
              <a:rPr lang="fr-FR" spc="55" dirty="0">
                <a:solidFill>
                  <a:srgbClr val="171717"/>
                </a:solidFill>
                <a:latin typeface="Segoe UI"/>
                <a:cs typeface="Segoe UI"/>
              </a:rPr>
              <a:t> </a:t>
            </a:r>
            <a:r>
              <a:rPr lang="fr-FR" dirty="0">
                <a:solidFill>
                  <a:srgbClr val="171717"/>
                </a:solidFill>
                <a:latin typeface="Segoe UI"/>
                <a:cs typeface="Segoe UI"/>
              </a:rPr>
              <a:t>basculement</a:t>
            </a:r>
            <a:r>
              <a:rPr lang="fr-FR" spc="35" dirty="0">
                <a:solidFill>
                  <a:srgbClr val="171717"/>
                </a:solidFill>
                <a:latin typeface="Segoe UI"/>
                <a:cs typeface="Segoe UI"/>
              </a:rPr>
              <a:t> </a:t>
            </a:r>
            <a:r>
              <a:rPr lang="fr-FR" dirty="0">
                <a:solidFill>
                  <a:srgbClr val="171717"/>
                </a:solidFill>
                <a:latin typeface="Segoe UI"/>
                <a:cs typeface="Segoe UI"/>
              </a:rPr>
              <a:t>terminé,</a:t>
            </a:r>
            <a:r>
              <a:rPr lang="fr-FR" spc="40" dirty="0">
                <a:solidFill>
                  <a:srgbClr val="171717"/>
                </a:solidFill>
                <a:latin typeface="Segoe UI"/>
                <a:cs typeface="Segoe UI"/>
              </a:rPr>
              <a:t> </a:t>
            </a:r>
            <a:r>
              <a:rPr lang="fr-FR" dirty="0">
                <a:solidFill>
                  <a:srgbClr val="171717"/>
                </a:solidFill>
                <a:latin typeface="Segoe UI"/>
                <a:cs typeface="Segoe UI"/>
              </a:rPr>
              <a:t>la</a:t>
            </a:r>
            <a:r>
              <a:rPr lang="fr-FR" spc="60" dirty="0">
                <a:solidFill>
                  <a:srgbClr val="171717"/>
                </a:solidFill>
                <a:latin typeface="Segoe UI"/>
                <a:cs typeface="Segoe UI"/>
              </a:rPr>
              <a:t> </a:t>
            </a:r>
            <a:r>
              <a:rPr lang="fr-FR" dirty="0">
                <a:solidFill>
                  <a:srgbClr val="171717"/>
                </a:solidFill>
                <a:latin typeface="Segoe UI"/>
                <a:cs typeface="Segoe UI"/>
              </a:rPr>
              <a:t>région</a:t>
            </a:r>
            <a:r>
              <a:rPr lang="fr-FR" spc="50" dirty="0">
                <a:solidFill>
                  <a:srgbClr val="171717"/>
                </a:solidFill>
                <a:latin typeface="Segoe UI"/>
                <a:cs typeface="Segoe UI"/>
              </a:rPr>
              <a:t> </a:t>
            </a:r>
            <a:r>
              <a:rPr lang="fr-FR" dirty="0">
                <a:solidFill>
                  <a:srgbClr val="171717"/>
                </a:solidFill>
                <a:latin typeface="Segoe UI"/>
                <a:cs typeface="Segoe UI"/>
              </a:rPr>
              <a:t>secondaire</a:t>
            </a:r>
            <a:r>
              <a:rPr lang="fr-FR" spc="45" dirty="0">
                <a:solidFill>
                  <a:srgbClr val="171717"/>
                </a:solidFill>
                <a:latin typeface="Segoe UI"/>
                <a:cs typeface="Segoe UI"/>
              </a:rPr>
              <a:t> </a:t>
            </a:r>
            <a:r>
              <a:rPr lang="fr-FR" dirty="0">
                <a:solidFill>
                  <a:srgbClr val="171717"/>
                </a:solidFill>
                <a:latin typeface="Segoe UI"/>
                <a:cs typeface="Segoe UI"/>
              </a:rPr>
              <a:t>devient</a:t>
            </a:r>
            <a:r>
              <a:rPr lang="fr-FR" spc="40" dirty="0">
                <a:solidFill>
                  <a:srgbClr val="171717"/>
                </a:solidFill>
                <a:latin typeface="Segoe UI"/>
                <a:cs typeface="Segoe UI"/>
              </a:rPr>
              <a:t> </a:t>
            </a:r>
            <a:r>
              <a:rPr lang="fr-FR" dirty="0">
                <a:solidFill>
                  <a:srgbClr val="171717"/>
                </a:solidFill>
                <a:latin typeface="Segoe UI"/>
                <a:cs typeface="Segoe UI"/>
              </a:rPr>
              <a:t>la</a:t>
            </a:r>
            <a:r>
              <a:rPr lang="fr-FR" spc="60" dirty="0">
                <a:solidFill>
                  <a:srgbClr val="171717"/>
                </a:solidFill>
                <a:latin typeface="Segoe UI"/>
                <a:cs typeface="Segoe UI"/>
              </a:rPr>
              <a:t> </a:t>
            </a:r>
            <a:r>
              <a:rPr lang="fr-FR" dirty="0">
                <a:solidFill>
                  <a:srgbClr val="171717"/>
                </a:solidFill>
                <a:latin typeface="Segoe UI"/>
                <a:cs typeface="Segoe UI"/>
              </a:rPr>
              <a:t>région</a:t>
            </a:r>
            <a:r>
              <a:rPr lang="fr-FR" spc="40" dirty="0">
                <a:solidFill>
                  <a:srgbClr val="171717"/>
                </a:solidFill>
                <a:latin typeface="Segoe UI"/>
                <a:cs typeface="Segoe UI"/>
              </a:rPr>
              <a:t> </a:t>
            </a:r>
            <a:r>
              <a:rPr lang="fr-FR" dirty="0">
                <a:solidFill>
                  <a:srgbClr val="171717"/>
                </a:solidFill>
                <a:latin typeface="Segoe UI"/>
                <a:cs typeface="Segoe UI"/>
              </a:rPr>
              <a:t>primaire</a:t>
            </a:r>
            <a:r>
              <a:rPr lang="fr-FR" spc="55" dirty="0">
                <a:solidFill>
                  <a:srgbClr val="171717"/>
                </a:solidFill>
                <a:latin typeface="Segoe UI"/>
                <a:cs typeface="Segoe UI"/>
              </a:rPr>
              <a:t> </a:t>
            </a:r>
            <a:r>
              <a:rPr lang="fr-FR" spc="-25" dirty="0">
                <a:solidFill>
                  <a:srgbClr val="171717"/>
                </a:solidFill>
                <a:latin typeface="Segoe UI"/>
                <a:cs typeface="Segoe UI"/>
              </a:rPr>
              <a:t>et </a:t>
            </a:r>
            <a:r>
              <a:rPr lang="fr-FR" dirty="0">
                <a:solidFill>
                  <a:srgbClr val="171717"/>
                </a:solidFill>
                <a:latin typeface="Segoe UI"/>
                <a:cs typeface="Segoe UI"/>
              </a:rPr>
              <a:t>vous</a:t>
            </a:r>
            <a:r>
              <a:rPr lang="fr-FR" spc="-40" dirty="0">
                <a:solidFill>
                  <a:srgbClr val="171717"/>
                </a:solidFill>
                <a:latin typeface="Segoe UI"/>
                <a:cs typeface="Segoe UI"/>
              </a:rPr>
              <a:t> </a:t>
            </a:r>
            <a:r>
              <a:rPr lang="fr-FR" dirty="0">
                <a:solidFill>
                  <a:srgbClr val="171717"/>
                </a:solidFill>
                <a:latin typeface="Segoe UI"/>
                <a:cs typeface="Segoe UI"/>
              </a:rPr>
              <a:t>pouvez</a:t>
            </a:r>
            <a:r>
              <a:rPr lang="fr-FR" spc="-40" dirty="0">
                <a:solidFill>
                  <a:srgbClr val="171717"/>
                </a:solidFill>
                <a:latin typeface="Segoe UI"/>
                <a:cs typeface="Segoe UI"/>
              </a:rPr>
              <a:t> </a:t>
            </a:r>
            <a:r>
              <a:rPr lang="fr-FR" dirty="0">
                <a:solidFill>
                  <a:srgbClr val="171717"/>
                </a:solidFill>
                <a:latin typeface="Segoe UI"/>
                <a:cs typeface="Segoe UI"/>
              </a:rPr>
              <a:t>de</a:t>
            </a:r>
            <a:r>
              <a:rPr lang="fr-FR" spc="-25" dirty="0">
                <a:solidFill>
                  <a:srgbClr val="171717"/>
                </a:solidFill>
                <a:latin typeface="Segoe UI"/>
                <a:cs typeface="Segoe UI"/>
              </a:rPr>
              <a:t> </a:t>
            </a:r>
            <a:r>
              <a:rPr lang="fr-FR" dirty="0">
                <a:solidFill>
                  <a:srgbClr val="171717"/>
                </a:solidFill>
                <a:latin typeface="Segoe UI"/>
                <a:cs typeface="Segoe UI"/>
              </a:rPr>
              <a:t>nouveau</a:t>
            </a:r>
            <a:r>
              <a:rPr lang="fr-FR" spc="-45" dirty="0">
                <a:solidFill>
                  <a:srgbClr val="171717"/>
                </a:solidFill>
                <a:latin typeface="Segoe UI"/>
                <a:cs typeface="Segoe UI"/>
              </a:rPr>
              <a:t> </a:t>
            </a:r>
            <a:r>
              <a:rPr lang="fr-FR" dirty="0">
                <a:solidFill>
                  <a:srgbClr val="171717"/>
                </a:solidFill>
                <a:latin typeface="Segoe UI"/>
                <a:cs typeface="Segoe UI"/>
              </a:rPr>
              <a:t>lire</a:t>
            </a:r>
            <a:r>
              <a:rPr lang="fr-FR" spc="-15" dirty="0">
                <a:solidFill>
                  <a:srgbClr val="171717"/>
                </a:solidFill>
                <a:latin typeface="Segoe UI"/>
                <a:cs typeface="Segoe UI"/>
              </a:rPr>
              <a:t> </a:t>
            </a:r>
            <a:r>
              <a:rPr lang="fr-FR" dirty="0">
                <a:solidFill>
                  <a:srgbClr val="171717"/>
                </a:solidFill>
                <a:latin typeface="Segoe UI"/>
                <a:cs typeface="Segoe UI"/>
              </a:rPr>
              <a:t>et</a:t>
            </a:r>
            <a:r>
              <a:rPr lang="fr-FR" spc="-40" dirty="0">
                <a:solidFill>
                  <a:srgbClr val="171717"/>
                </a:solidFill>
                <a:latin typeface="Segoe UI"/>
                <a:cs typeface="Segoe UI"/>
              </a:rPr>
              <a:t> </a:t>
            </a:r>
            <a:r>
              <a:rPr lang="fr-FR" dirty="0">
                <a:solidFill>
                  <a:srgbClr val="171717"/>
                </a:solidFill>
                <a:latin typeface="Segoe UI"/>
                <a:cs typeface="Segoe UI"/>
              </a:rPr>
              <a:t>écrire des</a:t>
            </a:r>
            <a:r>
              <a:rPr lang="fr-FR" spc="-30" dirty="0">
                <a:solidFill>
                  <a:srgbClr val="171717"/>
                </a:solidFill>
                <a:latin typeface="Segoe UI"/>
                <a:cs typeface="Segoe UI"/>
              </a:rPr>
              <a:t> </a:t>
            </a:r>
            <a:r>
              <a:rPr lang="fr-FR" spc="-10" dirty="0">
                <a:solidFill>
                  <a:srgbClr val="171717"/>
                </a:solidFill>
                <a:latin typeface="Segoe UI"/>
                <a:cs typeface="Segoe UI"/>
              </a:rPr>
              <a:t>données.</a:t>
            </a:r>
          </a:p>
          <a:p>
            <a:pPr marL="299085" marR="5080" indent="-287020" algn="just">
              <a:lnSpc>
                <a:spcPct val="100000"/>
              </a:lnSpc>
              <a:buChar char="-"/>
              <a:tabLst>
                <a:tab pos="299085" algn="l"/>
                <a:tab pos="352425" algn="l"/>
              </a:tabLst>
            </a:pPr>
            <a:endParaRPr lang="fr-FR" dirty="0">
              <a:latin typeface="Segoe UI"/>
              <a:cs typeface="Segoe UI"/>
            </a:endParaRPr>
          </a:p>
          <a:p>
            <a:pPr marL="299085" marR="6350" indent="-287020" algn="just">
              <a:lnSpc>
                <a:spcPct val="100000"/>
              </a:lnSpc>
              <a:spcBef>
                <a:spcPts val="5"/>
              </a:spcBef>
              <a:buChar char="-"/>
              <a:tabLst>
                <a:tab pos="299085" algn="l"/>
                <a:tab pos="352425" algn="l"/>
              </a:tabLst>
            </a:pPr>
            <a:r>
              <a:rPr lang="fr-FR" dirty="0">
                <a:solidFill>
                  <a:srgbClr val="171717"/>
                </a:solidFill>
                <a:latin typeface="Segoe UI"/>
                <a:cs typeface="Segoe UI"/>
              </a:rPr>
              <a:t>	Stockage</a:t>
            </a:r>
            <a:r>
              <a:rPr lang="fr-FR" spc="145" dirty="0">
                <a:solidFill>
                  <a:srgbClr val="171717"/>
                </a:solidFill>
                <a:latin typeface="Segoe UI"/>
                <a:cs typeface="Segoe UI"/>
              </a:rPr>
              <a:t> </a:t>
            </a:r>
            <a:r>
              <a:rPr lang="fr-FR" dirty="0">
                <a:solidFill>
                  <a:srgbClr val="171717"/>
                </a:solidFill>
                <a:latin typeface="Segoe UI"/>
                <a:cs typeface="Segoe UI"/>
              </a:rPr>
              <a:t>Azure</a:t>
            </a:r>
            <a:r>
              <a:rPr lang="fr-FR" spc="155" dirty="0">
                <a:solidFill>
                  <a:srgbClr val="171717"/>
                </a:solidFill>
                <a:latin typeface="Segoe UI"/>
                <a:cs typeface="Segoe UI"/>
              </a:rPr>
              <a:t> </a:t>
            </a:r>
            <a:r>
              <a:rPr lang="fr-FR" dirty="0">
                <a:solidFill>
                  <a:srgbClr val="171717"/>
                </a:solidFill>
                <a:latin typeface="Segoe UI"/>
                <a:cs typeface="Segoe UI"/>
              </a:rPr>
              <a:t>offre</a:t>
            </a:r>
            <a:r>
              <a:rPr lang="fr-FR" spc="135" dirty="0">
                <a:solidFill>
                  <a:srgbClr val="171717"/>
                </a:solidFill>
                <a:latin typeface="Segoe UI"/>
                <a:cs typeface="Segoe UI"/>
              </a:rPr>
              <a:t> </a:t>
            </a:r>
            <a:r>
              <a:rPr lang="fr-FR" dirty="0">
                <a:solidFill>
                  <a:srgbClr val="171717"/>
                </a:solidFill>
                <a:latin typeface="Segoe UI"/>
                <a:cs typeface="Segoe UI"/>
              </a:rPr>
              <a:t>deux</a:t>
            </a:r>
            <a:r>
              <a:rPr lang="fr-FR" spc="135" dirty="0">
                <a:solidFill>
                  <a:srgbClr val="171717"/>
                </a:solidFill>
                <a:latin typeface="Segoe UI"/>
                <a:cs typeface="Segoe UI"/>
              </a:rPr>
              <a:t> </a:t>
            </a:r>
            <a:r>
              <a:rPr lang="fr-FR" dirty="0">
                <a:solidFill>
                  <a:srgbClr val="171717"/>
                </a:solidFill>
                <a:latin typeface="Segoe UI"/>
                <a:cs typeface="Segoe UI"/>
              </a:rPr>
              <a:t>options</a:t>
            </a:r>
            <a:r>
              <a:rPr lang="fr-FR" spc="130" dirty="0">
                <a:solidFill>
                  <a:srgbClr val="171717"/>
                </a:solidFill>
                <a:latin typeface="Segoe UI"/>
                <a:cs typeface="Segoe UI"/>
              </a:rPr>
              <a:t> </a:t>
            </a:r>
            <a:r>
              <a:rPr lang="fr-FR" dirty="0">
                <a:solidFill>
                  <a:srgbClr val="171717"/>
                </a:solidFill>
                <a:latin typeface="Segoe UI"/>
                <a:cs typeface="Segoe UI"/>
              </a:rPr>
              <a:t>pour</a:t>
            </a:r>
            <a:r>
              <a:rPr lang="fr-FR" spc="150" dirty="0">
                <a:solidFill>
                  <a:srgbClr val="171717"/>
                </a:solidFill>
                <a:latin typeface="Segoe UI"/>
                <a:cs typeface="Segoe UI"/>
              </a:rPr>
              <a:t> </a:t>
            </a:r>
            <a:r>
              <a:rPr lang="fr-FR" dirty="0">
                <a:solidFill>
                  <a:srgbClr val="171717"/>
                </a:solidFill>
                <a:latin typeface="Segoe UI"/>
                <a:cs typeface="Segoe UI"/>
              </a:rPr>
              <a:t>copier</a:t>
            </a:r>
            <a:r>
              <a:rPr lang="fr-FR" spc="140" dirty="0">
                <a:solidFill>
                  <a:srgbClr val="171717"/>
                </a:solidFill>
                <a:latin typeface="Segoe UI"/>
                <a:cs typeface="Segoe UI"/>
              </a:rPr>
              <a:t> </a:t>
            </a:r>
            <a:r>
              <a:rPr lang="fr-FR" dirty="0">
                <a:solidFill>
                  <a:srgbClr val="171717"/>
                </a:solidFill>
                <a:latin typeface="Segoe UI"/>
                <a:cs typeface="Segoe UI"/>
              </a:rPr>
              <a:t>vos</a:t>
            </a:r>
            <a:r>
              <a:rPr lang="fr-FR" spc="125" dirty="0">
                <a:solidFill>
                  <a:srgbClr val="171717"/>
                </a:solidFill>
                <a:latin typeface="Segoe UI"/>
                <a:cs typeface="Segoe UI"/>
              </a:rPr>
              <a:t> </a:t>
            </a:r>
            <a:r>
              <a:rPr lang="fr-FR" dirty="0">
                <a:solidFill>
                  <a:srgbClr val="171717"/>
                </a:solidFill>
                <a:latin typeface="Segoe UI"/>
                <a:cs typeface="Segoe UI"/>
              </a:rPr>
              <a:t>données</a:t>
            </a:r>
            <a:r>
              <a:rPr lang="fr-FR" spc="130" dirty="0">
                <a:solidFill>
                  <a:srgbClr val="171717"/>
                </a:solidFill>
                <a:latin typeface="Segoe UI"/>
                <a:cs typeface="Segoe UI"/>
              </a:rPr>
              <a:t> </a:t>
            </a:r>
            <a:r>
              <a:rPr lang="fr-FR" dirty="0">
                <a:solidFill>
                  <a:srgbClr val="171717"/>
                </a:solidFill>
                <a:latin typeface="Segoe UI"/>
                <a:cs typeface="Segoe UI"/>
              </a:rPr>
              <a:t>dans</a:t>
            </a:r>
            <a:r>
              <a:rPr lang="fr-FR" spc="130" dirty="0">
                <a:solidFill>
                  <a:srgbClr val="171717"/>
                </a:solidFill>
                <a:latin typeface="Segoe UI"/>
                <a:cs typeface="Segoe UI"/>
              </a:rPr>
              <a:t> </a:t>
            </a:r>
            <a:r>
              <a:rPr lang="fr-FR" dirty="0">
                <a:solidFill>
                  <a:srgbClr val="171717"/>
                </a:solidFill>
                <a:latin typeface="Segoe UI"/>
                <a:cs typeface="Segoe UI"/>
              </a:rPr>
              <a:t>une</a:t>
            </a:r>
            <a:r>
              <a:rPr lang="fr-FR" spc="155" dirty="0">
                <a:solidFill>
                  <a:srgbClr val="171717"/>
                </a:solidFill>
                <a:latin typeface="Segoe UI"/>
                <a:cs typeface="Segoe UI"/>
              </a:rPr>
              <a:t> </a:t>
            </a:r>
            <a:r>
              <a:rPr lang="fr-FR" dirty="0">
                <a:solidFill>
                  <a:srgbClr val="171717"/>
                </a:solidFill>
                <a:latin typeface="Segoe UI"/>
                <a:cs typeface="Segoe UI"/>
              </a:rPr>
              <a:t>région</a:t>
            </a:r>
            <a:r>
              <a:rPr lang="fr-FR" spc="140" dirty="0">
                <a:solidFill>
                  <a:srgbClr val="171717"/>
                </a:solidFill>
                <a:latin typeface="Segoe UI"/>
                <a:cs typeface="Segoe UI"/>
              </a:rPr>
              <a:t> </a:t>
            </a:r>
            <a:r>
              <a:rPr lang="fr-FR" dirty="0">
                <a:solidFill>
                  <a:srgbClr val="171717"/>
                </a:solidFill>
                <a:latin typeface="Segoe UI"/>
                <a:cs typeface="Segoe UI"/>
              </a:rPr>
              <a:t>secondaire</a:t>
            </a:r>
            <a:r>
              <a:rPr lang="fr-FR" spc="145" dirty="0">
                <a:solidFill>
                  <a:srgbClr val="171717"/>
                </a:solidFill>
                <a:latin typeface="Segoe UI"/>
                <a:cs typeface="Segoe UI"/>
              </a:rPr>
              <a:t> </a:t>
            </a:r>
            <a:r>
              <a:rPr lang="fr-FR" dirty="0">
                <a:solidFill>
                  <a:srgbClr val="171717"/>
                </a:solidFill>
                <a:latin typeface="Segoe UI"/>
                <a:cs typeface="Segoe UI"/>
              </a:rPr>
              <a:t>:</a:t>
            </a:r>
            <a:r>
              <a:rPr lang="fr-FR" spc="145" dirty="0">
                <a:solidFill>
                  <a:srgbClr val="171717"/>
                </a:solidFill>
                <a:latin typeface="Segoe UI"/>
                <a:cs typeface="Segoe UI"/>
              </a:rPr>
              <a:t> </a:t>
            </a:r>
            <a:r>
              <a:rPr lang="fr-FR" b="1" dirty="0">
                <a:solidFill>
                  <a:srgbClr val="171717"/>
                </a:solidFill>
                <a:latin typeface="Segoe UI"/>
                <a:cs typeface="Segoe UI"/>
              </a:rPr>
              <a:t>stockage</a:t>
            </a:r>
            <a:r>
              <a:rPr lang="fr-FR" b="1" spc="140" dirty="0">
                <a:solidFill>
                  <a:srgbClr val="171717"/>
                </a:solidFill>
                <a:latin typeface="Segoe UI"/>
                <a:cs typeface="Segoe UI"/>
              </a:rPr>
              <a:t> </a:t>
            </a:r>
            <a:r>
              <a:rPr lang="fr-FR" b="1" spc="-10" dirty="0" err="1">
                <a:solidFill>
                  <a:srgbClr val="171717"/>
                </a:solidFill>
                <a:latin typeface="Segoe UI"/>
                <a:cs typeface="Segoe UI"/>
              </a:rPr>
              <a:t>géoredondant</a:t>
            </a:r>
            <a:r>
              <a:rPr lang="fr-FR" b="1" spc="-10" dirty="0">
                <a:solidFill>
                  <a:srgbClr val="171717"/>
                </a:solidFill>
                <a:latin typeface="Segoe UI"/>
                <a:cs typeface="Segoe UI"/>
              </a:rPr>
              <a:t> </a:t>
            </a:r>
            <a:r>
              <a:rPr lang="fr-FR" b="1" dirty="0">
                <a:solidFill>
                  <a:srgbClr val="171717"/>
                </a:solidFill>
                <a:latin typeface="Segoe UI"/>
                <a:cs typeface="Segoe UI"/>
              </a:rPr>
              <a:t>(GRS)</a:t>
            </a:r>
            <a:r>
              <a:rPr lang="fr-FR" b="1" spc="-35" dirty="0">
                <a:solidFill>
                  <a:srgbClr val="171717"/>
                </a:solidFill>
                <a:latin typeface="Segoe UI"/>
                <a:cs typeface="Segoe UI"/>
              </a:rPr>
              <a:t> </a:t>
            </a:r>
            <a:r>
              <a:rPr lang="fr-FR" dirty="0">
                <a:solidFill>
                  <a:srgbClr val="171717"/>
                </a:solidFill>
                <a:latin typeface="Segoe UI"/>
                <a:cs typeface="Segoe UI"/>
              </a:rPr>
              <a:t>et</a:t>
            </a:r>
            <a:r>
              <a:rPr lang="fr-FR" spc="-50" dirty="0">
                <a:solidFill>
                  <a:srgbClr val="171717"/>
                </a:solidFill>
                <a:latin typeface="Segoe UI"/>
                <a:cs typeface="Segoe UI"/>
              </a:rPr>
              <a:t> </a:t>
            </a:r>
            <a:r>
              <a:rPr lang="fr-FR" b="1" dirty="0">
                <a:solidFill>
                  <a:srgbClr val="171717"/>
                </a:solidFill>
                <a:latin typeface="Segoe UI"/>
                <a:cs typeface="Segoe UI"/>
              </a:rPr>
              <a:t>stockage</a:t>
            </a:r>
            <a:r>
              <a:rPr lang="fr-FR" b="1" spc="-35" dirty="0">
                <a:solidFill>
                  <a:srgbClr val="171717"/>
                </a:solidFill>
                <a:latin typeface="Segoe UI"/>
                <a:cs typeface="Segoe UI"/>
              </a:rPr>
              <a:t> </a:t>
            </a:r>
            <a:r>
              <a:rPr lang="fr-FR" b="1" spc="-10" dirty="0">
                <a:solidFill>
                  <a:srgbClr val="171717"/>
                </a:solidFill>
                <a:latin typeface="Segoe UI"/>
                <a:cs typeface="Segoe UI"/>
              </a:rPr>
              <a:t>géo-</a:t>
            </a:r>
            <a:r>
              <a:rPr lang="fr-FR" b="1" dirty="0">
                <a:solidFill>
                  <a:srgbClr val="171717"/>
                </a:solidFill>
                <a:latin typeface="Segoe UI"/>
                <a:cs typeface="Segoe UI"/>
              </a:rPr>
              <a:t>redondant</a:t>
            </a:r>
            <a:r>
              <a:rPr lang="fr-FR" b="1" spc="-15" dirty="0">
                <a:solidFill>
                  <a:srgbClr val="171717"/>
                </a:solidFill>
                <a:latin typeface="Segoe UI"/>
                <a:cs typeface="Segoe UI"/>
              </a:rPr>
              <a:t> </a:t>
            </a:r>
            <a:r>
              <a:rPr lang="fr-FR" b="1" dirty="0">
                <a:solidFill>
                  <a:srgbClr val="171717"/>
                </a:solidFill>
                <a:latin typeface="Segoe UI"/>
                <a:cs typeface="Segoe UI"/>
              </a:rPr>
              <a:t>interzone</a:t>
            </a:r>
            <a:r>
              <a:rPr lang="fr-FR" b="1" spc="-50" dirty="0">
                <a:solidFill>
                  <a:srgbClr val="171717"/>
                </a:solidFill>
                <a:latin typeface="Segoe UI"/>
                <a:cs typeface="Segoe UI"/>
              </a:rPr>
              <a:t> </a:t>
            </a:r>
            <a:r>
              <a:rPr lang="fr-FR" b="1" spc="-10" dirty="0">
                <a:solidFill>
                  <a:srgbClr val="171717"/>
                </a:solidFill>
                <a:latin typeface="Segoe UI"/>
                <a:cs typeface="Segoe UI"/>
              </a:rPr>
              <a:t>(GZRS).</a:t>
            </a:r>
            <a:endParaRPr lang="fr-FR" dirty="0">
              <a:latin typeface="Segoe UI"/>
              <a:cs typeface="Segoe UI"/>
            </a:endParaRPr>
          </a:p>
          <a:p>
            <a:pPr marL="0" indent="0" algn="just">
              <a:buNone/>
            </a:pPr>
            <a:endParaRPr lang="fr-FR" dirty="0">
              <a:solidFill>
                <a:schemeClr val="bg2">
                  <a:lumMod val="10000"/>
                </a:schemeClr>
              </a:solidFill>
              <a:latin typeface="Georgia" panose="02040502050405020303" pitchFamily="18" charset="0"/>
              <a:ea typeface="+mj-ea"/>
              <a:cs typeface="+mj-cs"/>
            </a:endParaRPr>
          </a:p>
        </p:txBody>
      </p:sp>
      <p:sp>
        <p:nvSpPr>
          <p:cNvPr id="4" name="Espace réservé de la date 3">
            <a:extLst>
              <a:ext uri="{FF2B5EF4-FFF2-40B4-BE49-F238E27FC236}">
                <a16:creationId xmlns:a16="http://schemas.microsoft.com/office/drawing/2014/main" id="{53D480A7-7317-4E15-75CE-7F224D49DA64}"/>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B277C6E3-246F-B371-FAEA-C11A95374C2A}"/>
              </a:ext>
            </a:extLst>
          </p:cNvPr>
          <p:cNvSpPr>
            <a:spLocks noGrp="1"/>
          </p:cNvSpPr>
          <p:nvPr>
            <p:ph type="sldNum" sz="quarter" idx="12"/>
          </p:nvPr>
        </p:nvSpPr>
        <p:spPr/>
        <p:txBody>
          <a:bodyPr/>
          <a:lstStyle/>
          <a:p>
            <a:fld id="{5913F4F7-518B-459F-9B80-EE04630AFE87}" type="slidenum">
              <a:rPr lang="fr-FR" smtClean="0"/>
              <a:t>23</a:t>
            </a:fld>
            <a:endParaRPr lang="fr-FR" dirty="0"/>
          </a:p>
        </p:txBody>
      </p:sp>
      <p:pic>
        <p:nvPicPr>
          <p:cNvPr id="6" name="Image 5">
            <a:extLst>
              <a:ext uri="{FF2B5EF4-FFF2-40B4-BE49-F238E27FC236}">
                <a16:creationId xmlns:a16="http://schemas.microsoft.com/office/drawing/2014/main" id="{19DAF223-BA1A-A78C-DFED-0F1972663B5C}"/>
              </a:ext>
            </a:extLst>
          </p:cNvPr>
          <p:cNvPicPr>
            <a:picLocks noChangeAspect="1"/>
          </p:cNvPicPr>
          <p:nvPr/>
        </p:nvPicPr>
        <p:blipFill>
          <a:blip r:embed="rId2"/>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796177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BC9F6-AA57-9603-E1CC-B260102E6C2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DC2374A-BACD-A431-52D3-42CF3B329E3D}"/>
              </a:ext>
            </a:extLst>
          </p:cNvPr>
          <p:cNvSpPr>
            <a:spLocks noGrp="1"/>
          </p:cNvSpPr>
          <p:nvPr>
            <p:ph type="title"/>
          </p:nvPr>
        </p:nvSpPr>
        <p:spPr/>
        <p:txBody>
          <a:bodyPr/>
          <a:lstStyle/>
          <a:p>
            <a:r>
              <a:rPr lang="fr-FR" dirty="0"/>
              <a:t>Redondance</a:t>
            </a:r>
            <a:r>
              <a:rPr lang="fr-FR" spc="-50" dirty="0"/>
              <a:t> </a:t>
            </a:r>
            <a:r>
              <a:rPr lang="fr-FR" dirty="0"/>
              <a:t>du</a:t>
            </a:r>
            <a:r>
              <a:rPr lang="fr-FR" spc="-35" dirty="0"/>
              <a:t> </a:t>
            </a:r>
            <a:r>
              <a:rPr lang="fr-FR" dirty="0"/>
              <a:t>stockage</a:t>
            </a:r>
            <a:r>
              <a:rPr lang="fr-FR" spc="-60" dirty="0"/>
              <a:t> </a:t>
            </a:r>
            <a:r>
              <a:rPr lang="fr-FR" spc="-10" dirty="0"/>
              <a:t>Azure</a:t>
            </a:r>
            <a:endParaRPr lang="fr-FR" dirty="0"/>
          </a:p>
        </p:txBody>
      </p:sp>
      <p:sp>
        <p:nvSpPr>
          <p:cNvPr id="3" name="Espace réservé du contenu 2">
            <a:extLst>
              <a:ext uri="{FF2B5EF4-FFF2-40B4-BE49-F238E27FC236}">
                <a16:creationId xmlns:a16="http://schemas.microsoft.com/office/drawing/2014/main" id="{C5AF30D5-96DE-B0A5-2890-6E4FE7DF30CE}"/>
              </a:ext>
            </a:extLst>
          </p:cNvPr>
          <p:cNvSpPr>
            <a:spLocks noGrp="1"/>
          </p:cNvSpPr>
          <p:nvPr>
            <p:ph idx="1"/>
          </p:nvPr>
        </p:nvSpPr>
        <p:spPr>
          <a:xfrm>
            <a:off x="932874" y="1548714"/>
            <a:ext cx="10631054" cy="4807635"/>
          </a:xfrm>
        </p:spPr>
        <p:txBody>
          <a:bodyPr vert="horz" lIns="91440" tIns="45720" rIns="91440" bIns="45720" rtlCol="0">
            <a:normAutofit/>
          </a:bodyPr>
          <a:lstStyle/>
          <a:p>
            <a:pPr marL="0" indent="0" algn="just">
              <a:buNone/>
            </a:pPr>
            <a:r>
              <a:rPr lang="fr-FR" b="1" dirty="0">
                <a:solidFill>
                  <a:schemeClr val="bg2">
                    <a:lumMod val="10000"/>
                  </a:schemeClr>
                </a:solidFill>
                <a:latin typeface="Georgia" panose="02040502050405020303" pitchFamily="18" charset="0"/>
                <a:ea typeface="+mj-ea"/>
                <a:cs typeface="+mj-cs"/>
              </a:rPr>
              <a:t>Redondance dans une région secondaire</a:t>
            </a:r>
          </a:p>
          <a:p>
            <a:pPr lvl="1" algn="just">
              <a:buFont typeface="Wingdings" panose="05000000000000000000" pitchFamily="2" charset="2"/>
              <a:buChar char="ü"/>
            </a:pPr>
            <a:r>
              <a:rPr lang="fr-FR" b="1" dirty="0">
                <a:solidFill>
                  <a:schemeClr val="bg2">
                    <a:lumMod val="10000"/>
                  </a:schemeClr>
                </a:solidFill>
                <a:latin typeface="Georgia" panose="02040502050405020303" pitchFamily="18" charset="0"/>
                <a:ea typeface="+mj-ea"/>
                <a:cs typeface="+mj-cs"/>
              </a:rPr>
              <a:t>Stockage géo-redondant (GRS)</a:t>
            </a:r>
          </a:p>
          <a:p>
            <a:pPr marL="457200" lvl="1" indent="0" algn="just">
              <a:buNone/>
            </a:pPr>
            <a:endParaRPr lang="fr-FR" b="1" dirty="0">
              <a:solidFill>
                <a:schemeClr val="bg2">
                  <a:lumMod val="10000"/>
                </a:schemeClr>
              </a:solidFill>
              <a:latin typeface="Georgia" panose="02040502050405020303" pitchFamily="18" charset="0"/>
              <a:ea typeface="+mj-ea"/>
              <a:cs typeface="+mj-cs"/>
            </a:endParaRPr>
          </a:p>
          <a:p>
            <a:pPr marL="756285" marR="6350" lvl="1" indent="-287020" algn="just">
              <a:lnSpc>
                <a:spcPct val="80000"/>
              </a:lnSpc>
              <a:spcBef>
                <a:spcPts val="10"/>
              </a:spcBef>
              <a:buFont typeface="Arial" panose="020B0604020202020204" pitchFamily="34" charset="0"/>
              <a:buChar char="-"/>
              <a:tabLst>
                <a:tab pos="299085" algn="l"/>
                <a:tab pos="352425" algn="l"/>
              </a:tabLst>
            </a:pPr>
            <a:r>
              <a:rPr lang="fr-FR" dirty="0">
                <a:solidFill>
                  <a:srgbClr val="171717"/>
                </a:solidFill>
                <a:latin typeface="Segoe UI"/>
                <a:cs typeface="Segoe UI"/>
              </a:rPr>
              <a:t>La réplication GRS copie vos données de façon synchrone trois fois au sein d’un même emplacement physique dans la région primaire avec LRS. Elle copie ensuite vos données de façon asynchrone vers un emplacement physique unique dans la région secondaire (la paire de régions) avec LRS.</a:t>
            </a:r>
          </a:p>
          <a:p>
            <a:pPr marL="0" indent="0" algn="just">
              <a:buNone/>
            </a:pPr>
            <a:endParaRPr lang="fr-FR" dirty="0">
              <a:solidFill>
                <a:schemeClr val="bg2">
                  <a:lumMod val="10000"/>
                </a:schemeClr>
              </a:solidFill>
              <a:latin typeface="Georgia" panose="02040502050405020303" pitchFamily="18" charset="0"/>
              <a:ea typeface="+mj-ea"/>
              <a:cs typeface="+mj-cs"/>
            </a:endParaRPr>
          </a:p>
        </p:txBody>
      </p:sp>
      <p:sp>
        <p:nvSpPr>
          <p:cNvPr id="4" name="Espace réservé de la date 3">
            <a:extLst>
              <a:ext uri="{FF2B5EF4-FFF2-40B4-BE49-F238E27FC236}">
                <a16:creationId xmlns:a16="http://schemas.microsoft.com/office/drawing/2014/main" id="{67E4145B-E9F6-5669-CBC3-136814B720F7}"/>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833AC5E5-71C2-F40F-CC33-4511F3E9C674}"/>
              </a:ext>
            </a:extLst>
          </p:cNvPr>
          <p:cNvSpPr>
            <a:spLocks noGrp="1"/>
          </p:cNvSpPr>
          <p:nvPr>
            <p:ph type="sldNum" sz="quarter" idx="12"/>
          </p:nvPr>
        </p:nvSpPr>
        <p:spPr/>
        <p:txBody>
          <a:bodyPr/>
          <a:lstStyle/>
          <a:p>
            <a:fld id="{5913F4F7-518B-459F-9B80-EE04630AFE87}" type="slidenum">
              <a:rPr lang="fr-FR" smtClean="0"/>
              <a:t>24</a:t>
            </a:fld>
            <a:endParaRPr lang="fr-FR" dirty="0"/>
          </a:p>
        </p:txBody>
      </p:sp>
      <p:pic>
        <p:nvPicPr>
          <p:cNvPr id="6" name="object 7">
            <a:extLst>
              <a:ext uri="{FF2B5EF4-FFF2-40B4-BE49-F238E27FC236}">
                <a16:creationId xmlns:a16="http://schemas.microsoft.com/office/drawing/2014/main" id="{3FEDCD61-80AF-A72F-C066-8B3EC1BB8AC0}"/>
              </a:ext>
            </a:extLst>
          </p:cNvPr>
          <p:cNvPicPr/>
          <p:nvPr/>
        </p:nvPicPr>
        <p:blipFill>
          <a:blip r:embed="rId2" cstate="print"/>
          <a:stretch>
            <a:fillRect/>
          </a:stretch>
        </p:blipFill>
        <p:spPr>
          <a:xfrm>
            <a:off x="3262745" y="3636251"/>
            <a:ext cx="6315364" cy="2812462"/>
          </a:xfrm>
          <a:prstGeom prst="rect">
            <a:avLst/>
          </a:prstGeom>
        </p:spPr>
      </p:pic>
      <p:pic>
        <p:nvPicPr>
          <p:cNvPr id="7" name="Image 6">
            <a:extLst>
              <a:ext uri="{FF2B5EF4-FFF2-40B4-BE49-F238E27FC236}">
                <a16:creationId xmlns:a16="http://schemas.microsoft.com/office/drawing/2014/main" id="{17E9B8BA-12C5-8C94-F23B-A23EFE5E168B}"/>
              </a:ext>
            </a:extLst>
          </p:cNvPr>
          <p:cNvPicPr>
            <a:picLocks noChangeAspect="1"/>
          </p:cNvPicPr>
          <p:nvPr/>
        </p:nvPicPr>
        <p:blipFill>
          <a:blip r:embed="rId3"/>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31164522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17414-831F-1DC8-1784-DD6D02891A09}"/>
            </a:ext>
          </a:extLst>
        </p:cNvPr>
        <p:cNvGrpSpPr/>
        <p:nvPr/>
      </p:nvGrpSpPr>
      <p:grpSpPr>
        <a:xfrm>
          <a:off x="0" y="0"/>
          <a:ext cx="0" cy="0"/>
          <a:chOff x="0" y="0"/>
          <a:chExt cx="0" cy="0"/>
        </a:xfrm>
      </p:grpSpPr>
      <p:pic>
        <p:nvPicPr>
          <p:cNvPr id="7" name="object 7">
            <a:extLst>
              <a:ext uri="{FF2B5EF4-FFF2-40B4-BE49-F238E27FC236}">
                <a16:creationId xmlns:a16="http://schemas.microsoft.com/office/drawing/2014/main" id="{522965CA-F18B-D852-DB03-716303452EE0}"/>
              </a:ext>
            </a:extLst>
          </p:cNvPr>
          <p:cNvPicPr/>
          <p:nvPr/>
        </p:nvPicPr>
        <p:blipFill>
          <a:blip r:embed="rId3" cstate="print"/>
          <a:stretch>
            <a:fillRect/>
          </a:stretch>
        </p:blipFill>
        <p:spPr>
          <a:xfrm>
            <a:off x="4313382" y="3246437"/>
            <a:ext cx="5116945" cy="3292475"/>
          </a:xfrm>
          <a:prstGeom prst="rect">
            <a:avLst/>
          </a:prstGeom>
        </p:spPr>
      </p:pic>
      <p:sp>
        <p:nvSpPr>
          <p:cNvPr id="2" name="Titre 1">
            <a:extLst>
              <a:ext uri="{FF2B5EF4-FFF2-40B4-BE49-F238E27FC236}">
                <a16:creationId xmlns:a16="http://schemas.microsoft.com/office/drawing/2014/main" id="{DC1D865F-2825-0942-D5D7-73B50C9A208E}"/>
              </a:ext>
            </a:extLst>
          </p:cNvPr>
          <p:cNvSpPr>
            <a:spLocks noGrp="1"/>
          </p:cNvSpPr>
          <p:nvPr>
            <p:ph type="title"/>
          </p:nvPr>
        </p:nvSpPr>
        <p:spPr/>
        <p:txBody>
          <a:bodyPr/>
          <a:lstStyle/>
          <a:p>
            <a:r>
              <a:rPr lang="fr-FR" dirty="0"/>
              <a:t>Redondance</a:t>
            </a:r>
            <a:r>
              <a:rPr lang="fr-FR" spc="-50" dirty="0"/>
              <a:t> </a:t>
            </a:r>
            <a:r>
              <a:rPr lang="fr-FR" dirty="0"/>
              <a:t>du</a:t>
            </a:r>
            <a:r>
              <a:rPr lang="fr-FR" spc="-35" dirty="0"/>
              <a:t> </a:t>
            </a:r>
            <a:r>
              <a:rPr lang="fr-FR" dirty="0"/>
              <a:t>stockage</a:t>
            </a:r>
            <a:r>
              <a:rPr lang="fr-FR" spc="-60" dirty="0"/>
              <a:t> </a:t>
            </a:r>
            <a:r>
              <a:rPr lang="fr-FR" spc="-10" dirty="0"/>
              <a:t>Azure</a:t>
            </a:r>
            <a:endParaRPr lang="fr-FR" dirty="0"/>
          </a:p>
        </p:txBody>
      </p:sp>
      <p:sp>
        <p:nvSpPr>
          <p:cNvPr id="3" name="Espace réservé du contenu 2">
            <a:extLst>
              <a:ext uri="{FF2B5EF4-FFF2-40B4-BE49-F238E27FC236}">
                <a16:creationId xmlns:a16="http://schemas.microsoft.com/office/drawing/2014/main" id="{05DF7C4F-93B2-0A55-2B9E-5AB39126E8FD}"/>
              </a:ext>
            </a:extLst>
          </p:cNvPr>
          <p:cNvSpPr>
            <a:spLocks noGrp="1"/>
          </p:cNvSpPr>
          <p:nvPr>
            <p:ph idx="1"/>
          </p:nvPr>
        </p:nvSpPr>
        <p:spPr>
          <a:xfrm>
            <a:off x="932874" y="1419410"/>
            <a:ext cx="10515600" cy="4807635"/>
          </a:xfrm>
        </p:spPr>
        <p:txBody>
          <a:bodyPr vert="horz" lIns="91440" tIns="45720" rIns="91440" bIns="45720" rtlCol="0">
            <a:normAutofit/>
          </a:bodyPr>
          <a:lstStyle/>
          <a:p>
            <a:pPr marL="0" indent="0" algn="just">
              <a:buNone/>
            </a:pPr>
            <a:r>
              <a:rPr lang="fr-FR" b="1" dirty="0">
                <a:solidFill>
                  <a:schemeClr val="bg2">
                    <a:lumMod val="10000"/>
                  </a:schemeClr>
                </a:solidFill>
                <a:latin typeface="Georgia" panose="02040502050405020303" pitchFamily="18" charset="0"/>
                <a:ea typeface="+mj-ea"/>
                <a:cs typeface="+mj-cs"/>
              </a:rPr>
              <a:t>Redondance dans une région secondaire</a:t>
            </a:r>
          </a:p>
          <a:p>
            <a:pPr lvl="1" algn="just">
              <a:buFont typeface="Wingdings" panose="05000000000000000000" pitchFamily="2" charset="2"/>
              <a:buChar char="ü"/>
            </a:pPr>
            <a:r>
              <a:rPr lang="fr-FR" b="1" dirty="0">
                <a:solidFill>
                  <a:schemeClr val="bg2">
                    <a:lumMod val="10000"/>
                  </a:schemeClr>
                </a:solidFill>
                <a:latin typeface="Georgia" panose="02040502050405020303" pitchFamily="18" charset="0"/>
                <a:ea typeface="+mj-ea"/>
                <a:cs typeface="+mj-cs"/>
              </a:rPr>
              <a:t>Stockage </a:t>
            </a:r>
            <a:r>
              <a:rPr lang="fr-FR" b="1" dirty="0" err="1">
                <a:solidFill>
                  <a:schemeClr val="bg2">
                    <a:lumMod val="10000"/>
                  </a:schemeClr>
                </a:solidFill>
                <a:latin typeface="Georgia" panose="02040502050405020303" pitchFamily="18" charset="0"/>
                <a:ea typeface="+mj-ea"/>
                <a:cs typeface="+mj-cs"/>
              </a:rPr>
              <a:t>géoredondant</a:t>
            </a:r>
            <a:r>
              <a:rPr lang="fr-FR" b="1" dirty="0">
                <a:solidFill>
                  <a:schemeClr val="bg2">
                    <a:lumMod val="10000"/>
                  </a:schemeClr>
                </a:solidFill>
                <a:latin typeface="Georgia" panose="02040502050405020303" pitchFamily="18" charset="0"/>
                <a:ea typeface="+mj-ea"/>
                <a:cs typeface="+mj-cs"/>
              </a:rPr>
              <a:t> interzone (GZRS)</a:t>
            </a:r>
          </a:p>
          <a:p>
            <a:pPr marL="457200" lvl="1" indent="0" algn="just">
              <a:buNone/>
            </a:pPr>
            <a:endParaRPr lang="fr-FR" b="1" dirty="0">
              <a:solidFill>
                <a:schemeClr val="bg2">
                  <a:lumMod val="10000"/>
                </a:schemeClr>
              </a:solidFill>
              <a:latin typeface="Georgia" panose="02040502050405020303" pitchFamily="18" charset="0"/>
              <a:ea typeface="+mj-ea"/>
              <a:cs typeface="+mj-cs"/>
            </a:endParaRPr>
          </a:p>
          <a:p>
            <a:pPr marL="756285" marR="6350" lvl="1" indent="-287020" algn="just">
              <a:lnSpc>
                <a:spcPct val="80000"/>
              </a:lnSpc>
              <a:spcBef>
                <a:spcPts val="10"/>
              </a:spcBef>
              <a:buFont typeface="Arial" panose="020B0604020202020204" pitchFamily="34" charset="0"/>
              <a:buChar char="-"/>
              <a:tabLst>
                <a:tab pos="299085" algn="l"/>
                <a:tab pos="352425" algn="l"/>
              </a:tabLst>
            </a:pPr>
            <a:r>
              <a:rPr lang="fr-FR" dirty="0">
                <a:solidFill>
                  <a:srgbClr val="171717"/>
                </a:solidFill>
                <a:latin typeface="Segoe UI"/>
                <a:cs typeface="Segoe UI"/>
              </a:rPr>
              <a:t>Les données d’un compte de stockage GZRS sont répliquées dans trois zones de disponibilité Azure au sein de la région primaire (à l’image de la réplication ZRS) ainsi que vers une région géographique secondaire, avec LRS, pour offrir une protection contre des catastrophes régionales.</a:t>
            </a:r>
          </a:p>
          <a:p>
            <a:pPr marL="0" indent="0" algn="just">
              <a:buNone/>
            </a:pPr>
            <a:endParaRPr lang="fr-FR" dirty="0">
              <a:solidFill>
                <a:schemeClr val="bg2">
                  <a:lumMod val="10000"/>
                </a:schemeClr>
              </a:solidFill>
              <a:latin typeface="Georgia" panose="02040502050405020303" pitchFamily="18" charset="0"/>
              <a:ea typeface="+mj-ea"/>
              <a:cs typeface="+mj-cs"/>
            </a:endParaRPr>
          </a:p>
        </p:txBody>
      </p:sp>
      <p:sp>
        <p:nvSpPr>
          <p:cNvPr id="4" name="Espace réservé de la date 3">
            <a:extLst>
              <a:ext uri="{FF2B5EF4-FFF2-40B4-BE49-F238E27FC236}">
                <a16:creationId xmlns:a16="http://schemas.microsoft.com/office/drawing/2014/main" id="{D2D28D78-EE1B-381F-85D1-B0611FD9431C}"/>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E5107D9E-A677-E0B4-3331-76C387F97E21}"/>
              </a:ext>
            </a:extLst>
          </p:cNvPr>
          <p:cNvSpPr>
            <a:spLocks noGrp="1"/>
          </p:cNvSpPr>
          <p:nvPr>
            <p:ph type="sldNum" sz="quarter" idx="12"/>
          </p:nvPr>
        </p:nvSpPr>
        <p:spPr/>
        <p:txBody>
          <a:bodyPr/>
          <a:lstStyle/>
          <a:p>
            <a:fld id="{5913F4F7-518B-459F-9B80-EE04630AFE87}" type="slidenum">
              <a:rPr lang="fr-FR" smtClean="0"/>
              <a:t>25</a:t>
            </a:fld>
            <a:endParaRPr lang="fr-FR" dirty="0"/>
          </a:p>
        </p:txBody>
      </p:sp>
      <p:pic>
        <p:nvPicPr>
          <p:cNvPr id="6" name="Image 5">
            <a:extLst>
              <a:ext uri="{FF2B5EF4-FFF2-40B4-BE49-F238E27FC236}">
                <a16:creationId xmlns:a16="http://schemas.microsoft.com/office/drawing/2014/main" id="{1D8C732D-4CBF-C8E3-ABEE-5B8B34D3B936}"/>
              </a:ext>
            </a:extLst>
          </p:cNvPr>
          <p:cNvPicPr>
            <a:picLocks noChangeAspect="1"/>
          </p:cNvPicPr>
          <p:nvPr/>
        </p:nvPicPr>
        <p:blipFill>
          <a:blip r:embed="rId4"/>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16220442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8AEEA6-F0C8-658B-8B5C-E2132D0292F2}"/>
              </a:ext>
            </a:extLst>
          </p:cNvPr>
          <p:cNvSpPr>
            <a:spLocks noGrp="1"/>
          </p:cNvSpPr>
          <p:nvPr>
            <p:ph type="title"/>
          </p:nvPr>
        </p:nvSpPr>
        <p:spPr/>
        <p:txBody>
          <a:bodyPr/>
          <a:lstStyle/>
          <a:p>
            <a:r>
              <a:rPr lang="fr-FR" dirty="0"/>
              <a:t>Chiffrement Azure </a:t>
            </a:r>
          </a:p>
        </p:txBody>
      </p:sp>
      <p:sp>
        <p:nvSpPr>
          <p:cNvPr id="3" name="Espace réservé du contenu 2">
            <a:extLst>
              <a:ext uri="{FF2B5EF4-FFF2-40B4-BE49-F238E27FC236}">
                <a16:creationId xmlns:a16="http://schemas.microsoft.com/office/drawing/2014/main" id="{07CD5C8A-8215-074D-CF10-1FF2E90ACF62}"/>
              </a:ext>
            </a:extLst>
          </p:cNvPr>
          <p:cNvSpPr>
            <a:spLocks noGrp="1"/>
          </p:cNvSpPr>
          <p:nvPr>
            <p:ph idx="1"/>
          </p:nvPr>
        </p:nvSpPr>
        <p:spPr>
          <a:xfrm>
            <a:off x="838200" y="1548714"/>
            <a:ext cx="10515600" cy="4628249"/>
          </a:xfrm>
        </p:spPr>
        <p:txBody>
          <a:bodyPr>
            <a:normAutofit lnSpcReduction="10000"/>
          </a:bodyPr>
          <a:lstStyle/>
          <a:p>
            <a:pPr algn="just">
              <a:buFont typeface="Wingdings" pitchFamily="2" charset="2"/>
              <a:buChar char="§"/>
            </a:pPr>
            <a:r>
              <a:rPr lang="fr-FR" dirty="0">
                <a:solidFill>
                  <a:schemeClr val="bg2">
                    <a:lumMod val="10000"/>
                  </a:schemeClr>
                </a:solidFill>
                <a:latin typeface="Arial" panose="020B0604020202020204" pitchFamily="34" charset="0"/>
              </a:rPr>
              <a:t>Le service Stockage Azure utilise le chiffrement côté service (SSE) pour chiffrer automatiquement vos données lorsqu’elles sont rendues persistantes dans le cloud. </a:t>
            </a:r>
          </a:p>
          <a:p>
            <a:pPr marL="0" indent="0" algn="just">
              <a:buNone/>
            </a:pPr>
            <a:endParaRPr lang="fr-FR" dirty="0">
              <a:solidFill>
                <a:schemeClr val="bg2">
                  <a:lumMod val="10000"/>
                </a:schemeClr>
              </a:solidFill>
              <a:latin typeface="Arial" panose="020B0604020202020204" pitchFamily="34" charset="0"/>
            </a:endParaRPr>
          </a:p>
          <a:p>
            <a:pPr algn="just">
              <a:buFont typeface="Wingdings" pitchFamily="2" charset="2"/>
              <a:buChar char="§"/>
            </a:pPr>
            <a:r>
              <a:rPr lang="fr-FR" dirty="0">
                <a:solidFill>
                  <a:schemeClr val="bg2">
                    <a:lumMod val="10000"/>
                  </a:schemeClr>
                </a:solidFill>
                <a:latin typeface="Arial" panose="020B0604020202020204" pitchFamily="34" charset="0"/>
              </a:rPr>
              <a:t>Le chiffrement de Stockage Azure protège vos données et vous aide à répondre aux engagements de votre entreprise en matière de sécurité et de conformité.</a:t>
            </a:r>
          </a:p>
          <a:p>
            <a:pPr marL="0" indent="0" algn="just">
              <a:buNone/>
            </a:pPr>
            <a:endParaRPr lang="fr-FR" dirty="0">
              <a:solidFill>
                <a:schemeClr val="bg2">
                  <a:lumMod val="10000"/>
                </a:schemeClr>
              </a:solidFill>
              <a:latin typeface="Arial" panose="020B0604020202020204" pitchFamily="34" charset="0"/>
            </a:endParaRPr>
          </a:p>
          <a:p>
            <a:pPr algn="just">
              <a:buFont typeface="Wingdings" pitchFamily="2" charset="2"/>
              <a:buChar char="§"/>
            </a:pPr>
            <a:r>
              <a:rPr lang="fr-FR" dirty="0">
                <a:solidFill>
                  <a:schemeClr val="bg2">
                    <a:lumMod val="10000"/>
                  </a:schemeClr>
                </a:solidFill>
                <a:latin typeface="Arial" panose="020B0604020202020204" pitchFamily="34" charset="0"/>
              </a:rPr>
              <a:t>Microsoft recommande d’utiliser un chiffrement côté service pour protéger vos données dans la plupart des cas. Toutefois, les bibliothèques de client du Stockage Azure pour le stockage d’objets blob et de files d’attente fournissent également un chiffrement côté client en cas de nécessité de chiffrer les données sur le client.</a:t>
            </a:r>
          </a:p>
          <a:p>
            <a:endParaRPr lang="fr-FR" dirty="0"/>
          </a:p>
        </p:txBody>
      </p:sp>
      <p:sp>
        <p:nvSpPr>
          <p:cNvPr id="4" name="Espace réservé de la date 3">
            <a:extLst>
              <a:ext uri="{FF2B5EF4-FFF2-40B4-BE49-F238E27FC236}">
                <a16:creationId xmlns:a16="http://schemas.microsoft.com/office/drawing/2014/main" id="{72068ADE-F882-3907-9FB6-062F75C920D8}"/>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F65A253F-62B6-8CAA-7372-4835E99E02D2}"/>
              </a:ext>
            </a:extLst>
          </p:cNvPr>
          <p:cNvSpPr>
            <a:spLocks noGrp="1"/>
          </p:cNvSpPr>
          <p:nvPr>
            <p:ph type="sldNum" sz="quarter" idx="12"/>
          </p:nvPr>
        </p:nvSpPr>
        <p:spPr/>
        <p:txBody>
          <a:bodyPr/>
          <a:lstStyle/>
          <a:p>
            <a:fld id="{5913F4F7-518B-459F-9B80-EE04630AFE87}" type="slidenum">
              <a:rPr lang="fr-FR" smtClean="0"/>
              <a:t>26</a:t>
            </a:fld>
            <a:endParaRPr lang="fr-FR" dirty="0"/>
          </a:p>
        </p:txBody>
      </p:sp>
    </p:spTree>
    <p:extLst>
      <p:ext uri="{BB962C8B-B14F-4D97-AF65-F5344CB8AC3E}">
        <p14:creationId xmlns:p14="http://schemas.microsoft.com/office/powerpoint/2010/main" val="3231922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7EB1276-6865-8EFC-2167-07DC958A11EB}"/>
              </a:ext>
            </a:extLst>
          </p:cNvPr>
          <p:cNvSpPr>
            <a:spLocks noGrp="1"/>
          </p:cNvSpPr>
          <p:nvPr>
            <p:ph idx="1"/>
          </p:nvPr>
        </p:nvSpPr>
        <p:spPr>
          <a:xfrm>
            <a:off x="838200" y="1690551"/>
            <a:ext cx="10624457" cy="3991792"/>
          </a:xfrm>
        </p:spPr>
        <p:txBody>
          <a:bodyPr>
            <a:normAutofit/>
          </a:bodyPr>
          <a:lstStyle/>
          <a:p>
            <a:pPr marL="0" indent="0" algn="just">
              <a:buNone/>
            </a:pPr>
            <a:r>
              <a:rPr lang="fr-FR" sz="2800" b="1" dirty="0">
                <a:solidFill>
                  <a:schemeClr val="bg2">
                    <a:lumMod val="10000"/>
                  </a:schemeClr>
                </a:solidFill>
              </a:rPr>
              <a:t>Chiffrement des Données au Repos et en Transit</a:t>
            </a:r>
          </a:p>
          <a:p>
            <a:pPr marL="0" indent="0" algn="just">
              <a:buNone/>
            </a:pPr>
            <a:r>
              <a:rPr lang="fr-FR" dirty="0">
                <a:solidFill>
                  <a:schemeClr val="bg2">
                    <a:lumMod val="10000"/>
                  </a:schemeClr>
                </a:solidFill>
              </a:rPr>
              <a:t>La sécurité des données est essentielle, tant au repos (lorsqu'elles sont stockées) qu'en transit (lors de leur transfert).</a:t>
            </a:r>
          </a:p>
          <a:p>
            <a:pPr marL="0" indent="0" algn="just">
              <a:buNone/>
            </a:pPr>
            <a:endParaRPr lang="fr-FR" dirty="0">
              <a:solidFill>
                <a:schemeClr val="bg2">
                  <a:lumMod val="10000"/>
                </a:schemeClr>
              </a:solidFill>
            </a:endParaRPr>
          </a:p>
          <a:p>
            <a:pPr lvl="1" algn="just"/>
            <a:r>
              <a:rPr lang="fr-FR" sz="2400" b="1" dirty="0">
                <a:solidFill>
                  <a:schemeClr val="bg2">
                    <a:lumMod val="10000"/>
                  </a:schemeClr>
                </a:solidFill>
              </a:rPr>
              <a:t>Chiffrement au repos :</a:t>
            </a:r>
            <a:r>
              <a:rPr lang="fr-FR" sz="2400" dirty="0">
                <a:solidFill>
                  <a:schemeClr val="bg2">
                    <a:lumMod val="10000"/>
                  </a:schemeClr>
                </a:solidFill>
              </a:rPr>
              <a:t> Toutes les données stockées dans Azure Storage sont </a:t>
            </a:r>
            <a:r>
              <a:rPr lang="fr-FR" sz="2400" i="1" dirty="0">
                <a:solidFill>
                  <a:schemeClr val="bg2">
                    <a:lumMod val="10000"/>
                  </a:schemeClr>
                </a:solidFill>
              </a:rPr>
              <a:t>chiffrées par défaut </a:t>
            </a:r>
            <a:r>
              <a:rPr lang="fr-FR" sz="2400" dirty="0">
                <a:solidFill>
                  <a:schemeClr val="bg2">
                    <a:lumMod val="10000"/>
                  </a:schemeClr>
                </a:solidFill>
              </a:rPr>
              <a:t>à l'aide de clés gérées par Microsoft (Microsoft-</a:t>
            </a:r>
            <a:r>
              <a:rPr lang="fr-FR" sz="2400" dirty="0" err="1">
                <a:solidFill>
                  <a:schemeClr val="bg2">
                    <a:lumMod val="10000"/>
                  </a:schemeClr>
                </a:solidFill>
              </a:rPr>
              <a:t>Managed</a:t>
            </a:r>
            <a:r>
              <a:rPr lang="fr-FR" sz="2400" dirty="0">
                <a:solidFill>
                  <a:schemeClr val="bg2">
                    <a:lumMod val="10000"/>
                  </a:schemeClr>
                </a:solidFill>
              </a:rPr>
              <a:t> Keys). </a:t>
            </a:r>
          </a:p>
          <a:p>
            <a:pPr lvl="1" algn="just"/>
            <a:r>
              <a:rPr lang="fr-FR" sz="2400" dirty="0">
                <a:solidFill>
                  <a:schemeClr val="bg2">
                    <a:lumMod val="10000"/>
                  </a:schemeClr>
                </a:solidFill>
              </a:rPr>
              <a:t>Pour un contrôle accru, vous pouvez choisir d'utiliser des </a:t>
            </a:r>
            <a:r>
              <a:rPr lang="fr-FR" sz="2400" b="1" dirty="0">
                <a:solidFill>
                  <a:schemeClr val="bg2">
                    <a:lumMod val="10000"/>
                  </a:schemeClr>
                </a:solidFill>
              </a:rPr>
              <a:t>clés gérées par le client (Customer-</a:t>
            </a:r>
            <a:r>
              <a:rPr lang="fr-FR" sz="2400" b="1" dirty="0" err="1">
                <a:solidFill>
                  <a:schemeClr val="bg2">
                    <a:lumMod val="10000"/>
                  </a:schemeClr>
                </a:solidFill>
              </a:rPr>
              <a:t>Managed</a:t>
            </a:r>
            <a:r>
              <a:rPr lang="fr-FR" sz="2400" b="1" dirty="0">
                <a:solidFill>
                  <a:schemeClr val="bg2">
                    <a:lumMod val="10000"/>
                  </a:schemeClr>
                </a:solidFill>
              </a:rPr>
              <a:t> Keys - CMK)</a:t>
            </a:r>
            <a:r>
              <a:rPr lang="fr-FR" sz="2400" dirty="0">
                <a:solidFill>
                  <a:schemeClr val="bg2">
                    <a:lumMod val="10000"/>
                  </a:schemeClr>
                </a:solidFill>
              </a:rPr>
              <a:t>. Cela signifie que vous fournissez et gérez les clés de chiffrement.</a:t>
            </a:r>
          </a:p>
          <a:p>
            <a:pPr marL="0" indent="0" algn="just">
              <a:buNone/>
            </a:pPr>
            <a:endParaRPr lang="fr-FR" dirty="0"/>
          </a:p>
        </p:txBody>
      </p:sp>
      <p:sp>
        <p:nvSpPr>
          <p:cNvPr id="4" name="Espace réservé de la date 3">
            <a:extLst>
              <a:ext uri="{FF2B5EF4-FFF2-40B4-BE49-F238E27FC236}">
                <a16:creationId xmlns:a16="http://schemas.microsoft.com/office/drawing/2014/main" id="{E8121255-1825-D9B6-95BF-85913B694EF1}"/>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1A284CD3-64AB-4C70-AE19-F045FF6AB425}"/>
              </a:ext>
            </a:extLst>
          </p:cNvPr>
          <p:cNvSpPr>
            <a:spLocks noGrp="1"/>
          </p:cNvSpPr>
          <p:nvPr>
            <p:ph type="sldNum" sz="quarter" idx="12"/>
          </p:nvPr>
        </p:nvSpPr>
        <p:spPr/>
        <p:txBody>
          <a:bodyPr/>
          <a:lstStyle/>
          <a:p>
            <a:fld id="{5913F4F7-518B-459F-9B80-EE04630AFE87}" type="slidenum">
              <a:rPr lang="fr-FR" smtClean="0"/>
              <a:t>27</a:t>
            </a:fld>
            <a:endParaRPr lang="fr-FR" dirty="0"/>
          </a:p>
        </p:txBody>
      </p:sp>
      <p:sp>
        <p:nvSpPr>
          <p:cNvPr id="7" name="Titre 1">
            <a:extLst>
              <a:ext uri="{FF2B5EF4-FFF2-40B4-BE49-F238E27FC236}">
                <a16:creationId xmlns:a16="http://schemas.microsoft.com/office/drawing/2014/main" id="{D2A63436-ACDE-FAF5-3ECC-05D06FC164D2}"/>
              </a:ext>
            </a:extLst>
          </p:cNvPr>
          <p:cNvSpPr txBox="1">
            <a:spLocks/>
          </p:cNvSpPr>
          <p:nvPr/>
        </p:nvSpPr>
        <p:spPr>
          <a:xfrm>
            <a:off x="838200" y="510654"/>
            <a:ext cx="10515600" cy="7824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rgbClr val="5B5B79"/>
                </a:solidFill>
                <a:latin typeface="Georgia" panose="02040502050405020303" pitchFamily="18" charset="0"/>
                <a:ea typeface="+mj-ea"/>
                <a:cs typeface="+mj-cs"/>
              </a:defRPr>
            </a:lvl1pPr>
          </a:lstStyle>
          <a:p>
            <a:r>
              <a:rPr lang="fr-FR" dirty="0"/>
              <a:t>Chiffrement Azure</a:t>
            </a:r>
          </a:p>
        </p:txBody>
      </p:sp>
      <p:pic>
        <p:nvPicPr>
          <p:cNvPr id="2" name="Image 1">
            <a:extLst>
              <a:ext uri="{FF2B5EF4-FFF2-40B4-BE49-F238E27FC236}">
                <a16:creationId xmlns:a16="http://schemas.microsoft.com/office/drawing/2014/main" id="{940F883F-548F-CC74-83E1-949C41CAA62A}"/>
              </a:ext>
            </a:extLst>
          </p:cNvPr>
          <p:cNvPicPr>
            <a:picLocks noChangeAspect="1"/>
          </p:cNvPicPr>
          <p:nvPr/>
        </p:nvPicPr>
        <p:blipFill>
          <a:blip r:embed="rId2"/>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30888790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F23FD-0121-2628-F1A4-351AFB8EA483}"/>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ACC3630-1C48-08CB-172D-B41B75AF52F8}"/>
              </a:ext>
            </a:extLst>
          </p:cNvPr>
          <p:cNvSpPr>
            <a:spLocks noGrp="1"/>
          </p:cNvSpPr>
          <p:nvPr>
            <p:ph idx="1"/>
          </p:nvPr>
        </p:nvSpPr>
        <p:spPr>
          <a:xfrm>
            <a:off x="838200" y="1400414"/>
            <a:ext cx="11052810" cy="5065699"/>
          </a:xfrm>
        </p:spPr>
        <p:txBody>
          <a:bodyPr>
            <a:normAutofit/>
          </a:bodyPr>
          <a:lstStyle/>
          <a:p>
            <a:pPr marL="0" indent="0" algn="just">
              <a:buNone/>
            </a:pPr>
            <a:r>
              <a:rPr lang="fr-FR" sz="2800" b="1" dirty="0">
                <a:solidFill>
                  <a:schemeClr val="bg2">
                    <a:lumMod val="10000"/>
                  </a:schemeClr>
                </a:solidFill>
              </a:rPr>
              <a:t>Chiffrement des Données au Repos et en Transit</a:t>
            </a:r>
          </a:p>
          <a:p>
            <a:pPr marL="0" indent="0" algn="just">
              <a:buNone/>
            </a:pPr>
            <a:endParaRPr lang="fr-FR" dirty="0">
              <a:solidFill>
                <a:schemeClr val="bg2">
                  <a:lumMod val="10000"/>
                </a:schemeClr>
              </a:solidFill>
            </a:endParaRPr>
          </a:p>
          <a:p>
            <a:pPr lvl="0"/>
            <a:r>
              <a:rPr lang="fr-FR" b="1" dirty="0">
                <a:solidFill>
                  <a:schemeClr val="bg2">
                    <a:lumMod val="10000"/>
                  </a:schemeClr>
                </a:solidFill>
              </a:rPr>
              <a:t>Azure Key Vault :</a:t>
            </a:r>
            <a:r>
              <a:rPr lang="fr-FR" dirty="0">
                <a:solidFill>
                  <a:schemeClr val="bg2">
                    <a:lumMod val="10000"/>
                  </a:schemeClr>
                </a:solidFill>
              </a:rPr>
              <a:t> Ce service est crucial pour la gestion des CMK. Azure Key Vault est un référentiel centralisé et sécurisé pour stocker et gérer les clés de chiffrement, les certificats et les secrets. Il s'intègre avec Azure Storage pour permettre l'utilisation des CMK.</a:t>
            </a:r>
          </a:p>
          <a:p>
            <a:pPr marL="0" lvl="0" indent="0">
              <a:buNone/>
            </a:pPr>
            <a:endParaRPr lang="fr-FR" dirty="0">
              <a:solidFill>
                <a:schemeClr val="bg2">
                  <a:lumMod val="10000"/>
                </a:schemeClr>
              </a:solidFill>
            </a:endParaRPr>
          </a:p>
          <a:p>
            <a:pPr lvl="0"/>
            <a:r>
              <a:rPr lang="fr-FR" b="1" dirty="0">
                <a:solidFill>
                  <a:schemeClr val="bg2">
                    <a:lumMod val="10000"/>
                  </a:schemeClr>
                </a:solidFill>
              </a:rPr>
              <a:t>Chiffrement en transit :</a:t>
            </a:r>
            <a:r>
              <a:rPr lang="fr-FR" dirty="0">
                <a:solidFill>
                  <a:schemeClr val="bg2">
                    <a:lumMod val="10000"/>
                  </a:schemeClr>
                </a:solidFill>
              </a:rPr>
              <a:t> Les données sont chiffrées lorsqu'elles sont transférées vers et depuis Azure Storage. Les protocoles sécurisés comme HTTPS garantissent que les données sont protégées pendant leur transfert sur le réseau.</a:t>
            </a:r>
          </a:p>
          <a:p>
            <a:pPr marL="0" indent="0" algn="just">
              <a:buNone/>
            </a:pPr>
            <a:endParaRPr lang="fr-FR" dirty="0"/>
          </a:p>
        </p:txBody>
      </p:sp>
      <p:sp>
        <p:nvSpPr>
          <p:cNvPr id="4" name="Espace réservé de la date 3">
            <a:extLst>
              <a:ext uri="{FF2B5EF4-FFF2-40B4-BE49-F238E27FC236}">
                <a16:creationId xmlns:a16="http://schemas.microsoft.com/office/drawing/2014/main" id="{7160415B-B249-1C53-D7E0-35ABC1099B23}"/>
              </a:ext>
            </a:extLst>
          </p:cNvPr>
          <p:cNvSpPr>
            <a:spLocks noGrp="1"/>
          </p:cNvSpPr>
          <p:nvPr>
            <p:ph type="dt" sz="half" idx="10"/>
          </p:nvPr>
        </p:nvSpPr>
        <p:spPr/>
        <p:txBody>
          <a:bodyPr/>
          <a:lstStyle/>
          <a:p>
            <a:fld id="{D3A5C26B-0F4F-4E92-A5AB-A06A7E8865CA}" type="datetimeyyyy">
              <a:rPr lang="fr-FR" smtClean="0"/>
              <a:t>2026</a:t>
            </a:fld>
            <a:endParaRPr lang="fr-FR"/>
          </a:p>
        </p:txBody>
      </p:sp>
      <p:sp>
        <p:nvSpPr>
          <p:cNvPr id="5" name="Espace réservé du numéro de diapositive 4">
            <a:extLst>
              <a:ext uri="{FF2B5EF4-FFF2-40B4-BE49-F238E27FC236}">
                <a16:creationId xmlns:a16="http://schemas.microsoft.com/office/drawing/2014/main" id="{560AE8ED-07B9-A2C3-BBD3-6453A12C4BE0}"/>
              </a:ext>
            </a:extLst>
          </p:cNvPr>
          <p:cNvSpPr>
            <a:spLocks noGrp="1"/>
          </p:cNvSpPr>
          <p:nvPr>
            <p:ph type="sldNum" sz="quarter" idx="12"/>
          </p:nvPr>
        </p:nvSpPr>
        <p:spPr/>
        <p:txBody>
          <a:bodyPr/>
          <a:lstStyle/>
          <a:p>
            <a:fld id="{5913F4F7-518B-459F-9B80-EE04630AFE87}" type="slidenum">
              <a:rPr lang="fr-FR" smtClean="0"/>
              <a:t>28</a:t>
            </a:fld>
            <a:endParaRPr lang="fr-FR" dirty="0"/>
          </a:p>
        </p:txBody>
      </p:sp>
      <p:sp>
        <p:nvSpPr>
          <p:cNvPr id="7" name="Titre 1">
            <a:extLst>
              <a:ext uri="{FF2B5EF4-FFF2-40B4-BE49-F238E27FC236}">
                <a16:creationId xmlns:a16="http://schemas.microsoft.com/office/drawing/2014/main" id="{D3E6D5CB-6ED6-2B3B-4C32-6E6C9C7945A1}"/>
              </a:ext>
            </a:extLst>
          </p:cNvPr>
          <p:cNvSpPr txBox="1">
            <a:spLocks/>
          </p:cNvSpPr>
          <p:nvPr/>
        </p:nvSpPr>
        <p:spPr>
          <a:xfrm>
            <a:off x="838200" y="510654"/>
            <a:ext cx="10515600" cy="7824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rgbClr val="5B5B79"/>
                </a:solidFill>
                <a:latin typeface="Georgia" panose="02040502050405020303" pitchFamily="18" charset="0"/>
                <a:ea typeface="+mj-ea"/>
                <a:cs typeface="+mj-cs"/>
              </a:defRPr>
            </a:lvl1pPr>
          </a:lstStyle>
          <a:p>
            <a:r>
              <a:rPr lang="fr-FR" dirty="0"/>
              <a:t>Chiffrement Azure</a:t>
            </a:r>
            <a:endParaRPr lang="it-IT" dirty="0"/>
          </a:p>
        </p:txBody>
      </p:sp>
      <p:pic>
        <p:nvPicPr>
          <p:cNvPr id="2" name="Image 1">
            <a:extLst>
              <a:ext uri="{FF2B5EF4-FFF2-40B4-BE49-F238E27FC236}">
                <a16:creationId xmlns:a16="http://schemas.microsoft.com/office/drawing/2014/main" id="{CD1F0AEB-CB0A-6DFB-C6D0-9E51FAF43193}"/>
              </a:ext>
            </a:extLst>
          </p:cNvPr>
          <p:cNvPicPr>
            <a:picLocks noChangeAspect="1"/>
          </p:cNvPicPr>
          <p:nvPr/>
        </p:nvPicPr>
        <p:blipFill>
          <a:blip r:embed="rId2"/>
          <a:stretch>
            <a:fillRect/>
          </a:stretch>
        </p:blipFill>
        <p:spPr>
          <a:xfrm>
            <a:off x="10024760" y="403330"/>
            <a:ext cx="1733792" cy="1105054"/>
          </a:xfrm>
          <a:prstGeom prst="rect">
            <a:avLst/>
          </a:prstGeom>
        </p:spPr>
      </p:pic>
    </p:spTree>
    <p:extLst>
      <p:ext uri="{BB962C8B-B14F-4D97-AF65-F5344CB8AC3E}">
        <p14:creationId xmlns:p14="http://schemas.microsoft.com/office/powerpoint/2010/main" val="31094022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8EC634A-A36E-3CA8-04E1-A5B034B51AEF}"/>
              </a:ext>
            </a:extLst>
          </p:cNvPr>
          <p:cNvSpPr>
            <a:spLocks noGrp="1"/>
          </p:cNvSpPr>
          <p:nvPr>
            <p:ph type="dt" sz="half" idx="10"/>
          </p:nvPr>
        </p:nvSpPr>
        <p:spPr/>
        <p:txBody>
          <a:bodyPr/>
          <a:lstStyle/>
          <a:p>
            <a:fld id="{3FC7A63F-C241-4404-9972-321D22827E34}" type="datetimeyyyy">
              <a:rPr lang="fr-FR" smtClean="0"/>
              <a:t>2026</a:t>
            </a:fld>
            <a:endParaRPr lang="fr-FR"/>
          </a:p>
        </p:txBody>
      </p:sp>
      <p:sp>
        <p:nvSpPr>
          <p:cNvPr id="3" name="Espace réservé du numéro de diapositive 2">
            <a:extLst>
              <a:ext uri="{FF2B5EF4-FFF2-40B4-BE49-F238E27FC236}">
                <a16:creationId xmlns:a16="http://schemas.microsoft.com/office/drawing/2014/main" id="{D6B6D848-FBF5-B8E5-81C2-C3C38095333B}"/>
              </a:ext>
            </a:extLst>
          </p:cNvPr>
          <p:cNvSpPr>
            <a:spLocks noGrp="1"/>
          </p:cNvSpPr>
          <p:nvPr>
            <p:ph type="sldNum" sz="quarter" idx="11"/>
          </p:nvPr>
        </p:nvSpPr>
        <p:spPr/>
        <p:txBody>
          <a:bodyPr/>
          <a:lstStyle/>
          <a:p>
            <a:fld id="{5913F4F7-518B-459F-9B80-EE04630AFE87}" type="slidenum">
              <a:rPr lang="fr-FR" smtClean="0"/>
              <a:t>29</a:t>
            </a:fld>
            <a:endParaRPr lang="fr-FR"/>
          </a:p>
        </p:txBody>
      </p:sp>
      <p:sp>
        <p:nvSpPr>
          <p:cNvPr id="4" name="Espace réservé du texte 3">
            <a:extLst>
              <a:ext uri="{FF2B5EF4-FFF2-40B4-BE49-F238E27FC236}">
                <a16:creationId xmlns:a16="http://schemas.microsoft.com/office/drawing/2014/main" id="{23DEE8A0-588F-1F2F-8838-DEA0F8304DD2}"/>
              </a:ext>
            </a:extLst>
          </p:cNvPr>
          <p:cNvSpPr>
            <a:spLocks noGrp="1"/>
          </p:cNvSpPr>
          <p:nvPr>
            <p:ph type="body" sz="quarter" idx="13"/>
          </p:nvPr>
        </p:nvSpPr>
        <p:spPr/>
        <p:txBody>
          <a:bodyPr/>
          <a:lstStyle/>
          <a:p>
            <a:r>
              <a:rPr lang="fr-FR" dirty="0"/>
              <a:t>Titre du cours</a:t>
            </a:r>
          </a:p>
        </p:txBody>
      </p:sp>
      <p:sp>
        <p:nvSpPr>
          <p:cNvPr id="6" name="Espace réservé du texte 5">
            <a:extLst>
              <a:ext uri="{FF2B5EF4-FFF2-40B4-BE49-F238E27FC236}">
                <a16:creationId xmlns:a16="http://schemas.microsoft.com/office/drawing/2014/main" id="{89102E2D-DC11-F088-43C5-6F2713D593B9}"/>
              </a:ext>
            </a:extLst>
          </p:cNvPr>
          <p:cNvSpPr>
            <a:spLocks noGrp="1"/>
          </p:cNvSpPr>
          <p:nvPr>
            <p:ph type="body" sz="quarter" idx="15"/>
          </p:nvPr>
        </p:nvSpPr>
        <p:spPr/>
        <p:txBody>
          <a:bodyPr/>
          <a:lstStyle/>
          <a:p>
            <a:r>
              <a:rPr lang="fr-FR" dirty="0"/>
              <a:t>pedagogie@caplogy.com</a:t>
            </a:r>
          </a:p>
        </p:txBody>
      </p:sp>
    </p:spTree>
    <p:extLst>
      <p:ext uri="{BB962C8B-B14F-4D97-AF65-F5344CB8AC3E}">
        <p14:creationId xmlns:p14="http://schemas.microsoft.com/office/powerpoint/2010/main" val="870627905"/>
      </p:ext>
    </p:extLst>
  </p:cSld>
  <p:clrMapOvr>
    <a:masterClrMapping/>
  </p:clrMapOvr>
</p:sld>
</file>

<file path=ppt/theme/theme1.xml><?xml version="1.0" encoding="utf-8"?>
<a:theme xmlns:a="http://schemas.openxmlformats.org/drawingml/2006/main" name="Thème Office">
  <a:themeElements>
    <a:clrScheme name="Personnalisé 1">
      <a:dk1>
        <a:srgbClr val="5B5B79"/>
      </a:dk1>
      <a:lt1>
        <a:srgbClr val="FFFFFF"/>
      </a:lt1>
      <a:dk2>
        <a:srgbClr val="0E2841"/>
      </a:dk2>
      <a:lt2>
        <a:srgbClr val="E8E8E8"/>
      </a:lt2>
      <a:accent1>
        <a:srgbClr val="5B5B79"/>
      </a:accent1>
      <a:accent2>
        <a:srgbClr val="71D2E3"/>
      </a:accent2>
      <a:accent3>
        <a:srgbClr val="44445A"/>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6393</TotalTime>
  <Words>2525</Words>
  <Application>Microsoft Office PowerPoint</Application>
  <PresentationFormat>Grand écran</PresentationFormat>
  <Paragraphs>239</Paragraphs>
  <Slides>29</Slides>
  <Notes>3</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29</vt:i4>
      </vt:variant>
    </vt:vector>
  </HeadingPairs>
  <TitlesOfParts>
    <vt:vector size="38" baseType="lpstr">
      <vt:lpstr>Aptos</vt:lpstr>
      <vt:lpstr>Arial</vt:lpstr>
      <vt:lpstr>Arial MT</vt:lpstr>
      <vt:lpstr>Calibri</vt:lpstr>
      <vt:lpstr>Georgia</vt:lpstr>
      <vt:lpstr>Segoe UI</vt:lpstr>
      <vt:lpstr>Times New Roman</vt:lpstr>
      <vt:lpstr>Wingdings</vt:lpstr>
      <vt:lpstr>Thème Office</vt:lpstr>
      <vt:lpstr>Stockage des données dans Azure ADLS</vt:lpstr>
      <vt:lpstr>Plan du cours</vt:lpstr>
      <vt:lpstr>Objectifs du cours</vt:lpstr>
      <vt:lpstr>Introduction </vt:lpstr>
      <vt:lpstr>Introduction </vt:lpstr>
      <vt:lpstr>L'architecture et les services Azure</vt:lpstr>
      <vt:lpstr>L'architecture et les services Azure</vt:lpstr>
      <vt:lpstr>Les services de stockage Azure </vt:lpstr>
      <vt:lpstr>Comptes de stockage Azure</vt:lpstr>
      <vt:lpstr>Services de stockage Azure</vt:lpstr>
      <vt:lpstr>Services de stockage Azure</vt:lpstr>
      <vt:lpstr>Services de stockage Azure</vt:lpstr>
      <vt:lpstr>Services de stockage Azure</vt:lpstr>
      <vt:lpstr>Services de stockage Azure</vt:lpstr>
      <vt:lpstr>Services de stockage Azure</vt:lpstr>
      <vt:lpstr>Services de stockage Azure</vt:lpstr>
      <vt:lpstr>Services de stockage Azure</vt:lpstr>
      <vt:lpstr>Redondance et Chiffrement</vt:lpstr>
      <vt:lpstr>Redondance du stockage Azure</vt:lpstr>
      <vt:lpstr>Redondance du stockage Azure</vt:lpstr>
      <vt:lpstr>Redondance du stockage Azure</vt:lpstr>
      <vt:lpstr>Redondance du stockage Azure</vt:lpstr>
      <vt:lpstr>Redondance du stockage Azure</vt:lpstr>
      <vt:lpstr>Redondance du stockage Azure</vt:lpstr>
      <vt:lpstr>Redondance du stockage Azure</vt:lpstr>
      <vt:lpstr>Chiffrement Azure </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Racha HACHEM</dc:creator>
  <cp:lastModifiedBy>Houcine  HAMANA</cp:lastModifiedBy>
  <cp:revision>66</cp:revision>
  <dcterms:created xsi:type="dcterms:W3CDTF">2025-01-24T08:49:55Z</dcterms:created>
  <dcterms:modified xsi:type="dcterms:W3CDTF">2026-06-17T15:49:43Z</dcterms:modified>
</cp:coreProperties>
</file>